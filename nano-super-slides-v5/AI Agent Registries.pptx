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0"/>
            <a:ext cx="2544775" cy="420624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4434840"/>
            <a:ext cx="1813255" cy="1463040"/>
          </a:xfrm>
          <a:prstGeom prst="rect">
            <a:avLst/>
          </a:prstGeom>
          <a:solidFill>
            <a:srgbClr val="E8EDFF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434840"/>
            <a:ext cx="548640" cy="146304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30352"/>
            <a:ext cx="274320" cy="27432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5486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· AGENT REGISTRY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REGISTRIES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Team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50292" cy="54864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2461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Mapping, not storage — the registry points, GitHub keeps the files.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harness reads · what the specs actually say · what is still unspecified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6172200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2910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SLIDES · VERIFIED 2026-10-28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018520" y="62910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TL;DR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claims from the starter — where they land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63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517904"/>
            <a:ext cx="6931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support most features already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69848" y="1920240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plugin envelope bundles skills + MCP — 7 of our 10 surfaces ride inside a plugin somewhere.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749808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44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999232"/>
            <a:ext cx="6931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 exec policy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69848" y="3401568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harness-agnostic policy format exists — Codex .rules, Claude allow-rules, OpenCode permissions[] stay dialects.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749808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26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9848" y="4480560"/>
            <a:ext cx="6931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a decent spec though (Claude Code does not follow it)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069848" y="5230368"/>
            <a:ext cx="6931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Plugins v1.0.0 — 9 compatible clients, but of our four only Codex consumes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669280"/>
            <a:ext cx="749808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79729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carried over verbatim from the starter deck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66760" y="1517904"/>
            <a:ext cx="3319272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517904"/>
            <a:ext cx="45720" cy="4498848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1" name="Text 19"/>
          <p:cNvSpPr/>
          <p:nvPr/>
        </p:nvSpPr>
        <p:spPr>
          <a:xfrm>
            <a:off x="8622792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22792" y="205740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622792" y="32461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covered by a real specification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22792" y="3931920"/>
            <a:ext cx="2807208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4078224"/>
            <a:ext cx="2807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→ Agent Skills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 → Agent Plugins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→ MCP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22792" y="513892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other 7 → slide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RESPONSIBILITIES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maps — it never stores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11185855" cy="713232"/>
          </a:xfrm>
          <a:prstGeom prst="rect">
            <a:avLst/>
          </a:prstGeom>
          <a:solidFill>
            <a:srgbClr val="E8EDFF"/>
          </a:solidFill>
          <a:ln w="9525">
            <a:solidFill>
              <a:srgbClr val="E8ED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9888"/>
            <a:ext cx="45720" cy="71323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389888"/>
            <a:ext cx="1067379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maps. </a:t>
            </a:r>
            <a:pPr indent="0" marL="0">
              <a:buNone/>
            </a:pPr>
            <a:r>
              <a:rPr lang="en-US" sz="17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never stores.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547725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542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PACKAGE REGISTRIES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3012948"/>
            <a:ext cx="50292" cy="502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944368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the packages themselves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616452"/>
            <a:ext cx="50292" cy="502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3547872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installation scripts at install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219956"/>
            <a:ext cx="50292" cy="502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4151376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the lockfile (version control)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" y="50109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is the store of record — code, bytes and 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2340864"/>
            <a:ext cx="547725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340864"/>
            <a:ext cx="45720" cy="329184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2542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AGENT REGISTRY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64808" y="2958084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889504"/>
            <a:ext cx="4837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+ metadata only —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→ harness setups → artifact records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64808" y="361645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3547872"/>
            <a:ext cx="4837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type, core fields, extras, version, SHA-256 — never the files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64808" y="427482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4206240"/>
            <a:ext cx="4837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stay in GitHub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(alternative: Qgenie), referenced by URL + commit SHA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64808" y="4933188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4864608"/>
            <a:ext cx="4837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thing we “ship”: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lockfile export (agentreg.lock; interop with skills CLI skills-lock.json, upstream since Oct 2026)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87044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lesson from the MCP Registry: metadata-only records pointing at git/npm — no code hosting.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 Agent Registry API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request path — four systems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78028" y="1920240"/>
            <a:ext cx="2331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2620" y="2212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2620" y="263347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mapping / registration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46324" y="2788920"/>
            <a:ext cx="429768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12668" y="1920240"/>
            <a:ext cx="2331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304F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2668" y="1920240"/>
            <a:ext cx="45720" cy="173736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3" name="Text 11"/>
          <p:cNvSpPr/>
          <p:nvPr/>
        </p:nvSpPr>
        <p:spPr>
          <a:xfrm>
            <a:off x="3677260" y="2212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pcm-service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77260" y="263347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API — mapping + metadata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80964" y="2788920"/>
            <a:ext cx="429768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47308" y="1920240"/>
            <a:ext cx="2331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1900" y="2212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1900" y="263347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store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15604" y="2788920"/>
            <a:ext cx="429768" cy="0"/>
          </a:xfrm>
          <a:prstGeom prst="line">
            <a:avLst/>
          </a:prstGeom>
          <a:noFill/>
          <a:ln w="15875">
            <a:solidFill>
              <a:srgbClr val="5F64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1948" y="1920240"/>
            <a:ext cx="2331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6540" y="2212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46540" y="2633472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taxonomy: areas, projects, teams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25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FLOWS DOWN THIS PATH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700016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records and URLs</a:t>
            </a:r>
            <a:pPr indent="0" marL="0">
              <a:buNone/>
            </a:pPr>
            <a:r>
              <a:rPr lang="en-US" sz="15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never artifact files.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523036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artifact bytes cross this path — GitHub (or Qgenie) serves the files directly, pinned by URL + commit SHA.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entity exists today — and it is already mapping-shaped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989320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47365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AgentSkill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719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— THE ONLY ONE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58952" y="21396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1396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" y="25968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5968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+ when to 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" y="30540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0540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 lives here — never in the registry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" y="35112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CommitSHA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5112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pins the exact commit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" y="39684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RepositoryPath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9684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inside the repo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" y="44256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44256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owning team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8952" y="48828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48828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state of the record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" y="53400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5340096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of the record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0840" y="1444752"/>
            <a:ext cx="496519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1920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458200" y="19751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the skill surface — 1 of 10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20840" y="3163824"/>
            <a:ext cx="496519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33467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MAPPING-SHAPED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36393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+ SHA point at GitHub; nothing about the skill is stored locally.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4882896"/>
            <a:ext cx="496519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0296" y="5065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0296" y="535838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more surfaces to model — see the SPEC slides (7–11) and slide 12.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might be missing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517904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more surfaces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9848" y="1865376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AgentSkill exists today — commands, subagents, hooks, plugins, MCP, LSP, custom tools, statusline, exec policy need entities or a generic artifact record.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06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688336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field catalog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69848" y="3035808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/ extras / spec tiers per surface — where no spec exists (7 of 10), OUR catalog is the contract (slide 12).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770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9848" y="3858768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harness dimension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69848" y="4206240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team / project runs which harness — the capability matrix as data, not prose.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8828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0474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5029200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pinning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69848" y="537667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pins a standalone drop — lockfile export + trust/disclosure metadata are ours to build.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 —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× surfaces — what is actually specified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29823" y="384048"/>
            <a:ext cx="758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covers: the skills surface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1481328"/>
            <a:ext cx="1481328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HARNESSES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736092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Plugins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980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covers: plugins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2688336"/>
            <a:ext cx="1115568" cy="310896"/>
          </a:xfrm>
          <a:prstGeom prst="roundRect">
            <a:avLst>
              <a:gd name="adj" fmla="val 13235"/>
            </a:avLst>
          </a:prstGeom>
          <a:solidFill>
            <a:srgbClr val="FBEEDD"/>
          </a:solidFill>
          <a:ln>
            <a:solidFill>
              <a:srgbClr val="FBEE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ONLY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736092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77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covers: MCP servers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3895344"/>
            <a:ext cx="1371600" cy="310896"/>
          </a:xfrm>
          <a:prstGeom prst="roundRect">
            <a:avLst>
              <a:gd name="adj" fmla="val 13235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+ REGISTRY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" y="4882896"/>
            <a:ext cx="736092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84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AGENTS.md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5394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covers: repo instructions — adjacent to the matrix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687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 directory unratified — proposal issue #71 open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5102352"/>
            <a:ext cx="1005840" cy="310896"/>
          </a:xfrm>
          <a:prstGeom prst="roundRect">
            <a:avLst>
              <a:gd name="adj" fmla="val 13235"/>
            </a:avLst>
          </a:prstGeom>
          <a:solidFill>
            <a:srgbClr val="EEF0F3"/>
          </a:solidFill>
          <a:ln>
            <a:solidFill>
              <a:srgbClr val="EEF0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ADJACENT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38160" y="1444752"/>
            <a:ext cx="35478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444752"/>
            <a:ext cx="45720" cy="475488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5" name="Text 23"/>
          <p:cNvSpPr/>
          <p:nvPr/>
        </p:nvSpPr>
        <p:spPr>
          <a:xfrm>
            <a:off x="8375904" y="1645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COVERAGE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75904" y="19202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375904" y="278892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covered by a real spec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75904" y="3246120"/>
            <a:ext cx="3072384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338328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→ Agent Skills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 → Agent Plugins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→ MCP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75904" y="4389120"/>
            <a:ext cx="3072384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4535424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badge</a:t>
            </a:r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verbatim spec facts from the standards’ own docs — distinct from our design slides (1–6).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agentskills.io · agent-plugins.org · modelcontextprotocol.io · agents.md — corpus-verified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 — AGENT SKILLS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 → the skills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29823" y="384048"/>
            <a:ext cx="758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477256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206197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993392"/>
            <a:ext cx="4837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directory with SKILL.md —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frontmatter + Markdown body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" y="257403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505456"/>
            <a:ext cx="4837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Optional: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scripts/ · references/ · assets/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" y="308610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3017520"/>
            <a:ext cx="4837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disclosure: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~100 tokens at startup → body on activation → files on demand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5477256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959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FRONTMATTER FIELDS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40280" y="42931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1–64 chars, a-z0-9-, must match dir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4279392"/>
            <a:ext cx="777240" cy="219456"/>
          </a:xfrm>
          <a:prstGeom prst="roundRect">
            <a:avLst>
              <a:gd name="adj" fmla="val 18750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46040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4028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1–1024 chars — what + when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4604004"/>
            <a:ext cx="777240" cy="219456"/>
          </a:xfrm>
          <a:prstGeom prst="roundRect">
            <a:avLst>
              <a:gd name="adj" fmla="val 18750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58952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40280" y="49423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" y="52532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40280" y="5266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1–500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" y="5577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40280" y="55915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map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" y="59024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40280" y="5916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08776" y="1444752"/>
            <a:ext cx="5477256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1627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64808" y="1956816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developed by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74736" y="1956816"/>
            <a:ext cx="32735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— launched 2025-10-16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64808" y="2281428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open-standard repo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74736" y="2281428"/>
            <a:ext cx="32735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64808" y="2606040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stewardship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74736" y="2606040"/>
            <a:ext cx="32735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informal — no TSC, no GOVERNANCE.md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64808" y="2930652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74736" y="2930652"/>
            <a:ext cx="32735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unversioned living spec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64808" y="3255264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 listed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74736" y="3255264"/>
            <a:ext cx="32735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08776" y="3794760"/>
            <a:ext cx="5477256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08776" y="3794760"/>
            <a:ext cx="45720" cy="2523744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45" name="Text 43"/>
          <p:cNvSpPr/>
          <p:nvPr/>
        </p:nvSpPr>
        <p:spPr>
          <a:xfrm>
            <a:off x="6464808" y="3959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— ALL FOUR READ IT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64808" y="4379976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6647688" y="4379976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8" name="Shape 46"/>
          <p:cNvSpPr/>
          <p:nvPr/>
        </p:nvSpPr>
        <p:spPr>
          <a:xfrm>
            <a:off x="6830568" y="4379976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7013448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</a:t>
            </a:r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Codex · OpenCode · Pi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64808" y="495604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1" name="Text 49"/>
          <p:cNvSpPr/>
          <p:nvPr/>
        </p:nvSpPr>
        <p:spPr>
          <a:xfrm>
            <a:off x="7013448" y="4873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pPr indent="0" marL="0">
              <a:buNone/>
            </a:pPr>
            <a:r>
              <a:rPr lang="en-US" sz="10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Claude Code declined .agents/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013448" y="5148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 #66352 closed not_planned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64808" y="5577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SKILL.md satisfies every harness — the only surface with that property.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64556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agentskills.io — corpus-verified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 — AGENT PLUGINS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Plugins → the plugins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29823" y="384048"/>
            <a:ext cx="758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6309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45720" cy="3017520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6276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— THE PLUGIN ENVELOPE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0664" y="1956816"/>
            <a:ext cx="5833872" cy="2340864"/>
          </a:xfrm>
          <a:prstGeom prst="rect">
            <a:avLst/>
          </a:prstGeom>
          <a:solidFill>
            <a:srgbClr val="F4F5F7"/>
          </a:solidFill>
          <a:ln w="9525">
            <a:solidFill>
              <a:srgbClr val="F4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66544"/>
            <a:ext cx="554126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            REQUIRED — closed 9-field set: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$schema* · name* · version · description · author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homepage · repository · license · keywords · extensions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unknown top-level fields → report + ignore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skills/&lt;name&gt;/SKILL.md  one per immediate child dir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mcp.json                optional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&lt;reverse-dns&gt;/         client extension dirs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4590288"/>
            <a:ext cx="6309360" cy="1728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47548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FLOOR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" y="513435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5065776"/>
            <a:ext cx="5687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Deliberately excludes: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· permissions · marketplaces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" y="564642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5577840"/>
            <a:ext cx="5687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 component types = skills + MCP only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commands, hooks, agents, rules, LSP explicitly excluded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444752"/>
            <a:ext cx="464515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1627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60336" y="202539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956816"/>
            <a:ext cx="4059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v1.0.0 published 2026-08-06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still 1.0.0 today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0336" y="281178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743200"/>
            <a:ext cx="4059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 = 5 Core Maintainers: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Amazon, Cursor, Microsoft, OpenAI, Vercel — Lead: Jonathan Hefner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0336" y="3598164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529584"/>
            <a:ext cx="4059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absent;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announced joining Aug 6 but never seated (MAINTAINERS.md checked 2026-10-28)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40880" y="4590288"/>
            <a:ext cx="4645152" cy="1728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4754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60336" y="513435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5065776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compatible clients: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Code, Cursor, Copilot, ChatGPT &amp; Codex, Kiro, …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60336" y="568299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5614416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our four: ONLY CODEX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but the skills/ payload still reaches all four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agent-plugins.org — corpus-verified 2026-10-16 · MAINTAINERS.md re-checked 2026-10-28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 — MCP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→ the MCP-server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29823" y="384048"/>
            <a:ext cx="758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212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6276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" y="202539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956816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+ mcp.json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config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0664" y="242773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359152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Transports: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stdio · Streamable HTTP (legacy HTTP+SSE)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" y="2830068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2761488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Donated by Anthropic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the Linux Foundation’s AAIF, 2025-12-09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456432"/>
            <a:ext cx="5212080" cy="2862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56432"/>
            <a:ext cx="45720" cy="286207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" y="36210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— FOUR HARNESSES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" y="399592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" y="39502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67128" y="3936492"/>
            <a:ext cx="713232" cy="237744"/>
          </a:xfrm>
          <a:prstGeom prst="roundRect">
            <a:avLst>
              <a:gd name="adj" fmla="val 17308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00984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mcp.json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0664" y="4562856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67128" y="4503420"/>
            <a:ext cx="1042416" cy="237744"/>
          </a:xfrm>
          <a:prstGeom prst="roundRect">
            <a:avLst>
              <a:gd name="adj" fmla="val 17308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00984" y="4517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→ TOML [mcp_servers.&lt;id&gt;]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0664" y="5129784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" y="50840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67128" y="5070348"/>
            <a:ext cx="1042416" cy="237744"/>
          </a:xfrm>
          <a:prstGeom prst="roundRect">
            <a:avLst>
              <a:gd name="adj" fmla="val 17308"/>
            </a:avLst>
          </a:prstGeom>
          <a:solidFill>
            <a:srgbClr val="E8EDFF"/>
          </a:solidFill>
          <a:ln>
            <a:solidFill>
              <a:srgbClr val="E8ED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00984" y="50840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dialect v1/v2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0664" y="5696712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" y="56509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67128" y="5637276"/>
            <a:ext cx="713232" cy="237744"/>
          </a:xfrm>
          <a:prstGeom prst="roundRect">
            <a:avLst>
              <a:gd name="adj" fmla="val 17308"/>
            </a:avLst>
          </a:prstGeom>
          <a:solidFill>
            <a:srgbClr val="E7F6EC"/>
          </a:solidFill>
          <a:ln>
            <a:solidFill>
              <a:srgbClr val="E7F6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00984" y="56509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verbatim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43600" y="1444752"/>
            <a:ext cx="5742432" cy="4873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1444752"/>
            <a:ext cx="45720" cy="487375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6" name="Text 34"/>
          <p:cNvSpPr/>
          <p:nvPr/>
        </p:nvSpPr>
        <p:spPr>
          <a:xfrm>
            <a:off x="6181344" y="16459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OFFICIAL REGISTRY — THE BLUEPRINT WE COPY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81344" y="20299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08392" y="202996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metadata-only — pointing at git / npm / PyPI / Docker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81344" y="2487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08392" y="248716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reverse-DNS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81344" y="2944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08392" y="294436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/ GitHub namespace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81344" y="3401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08392" y="340156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for aggregators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81344" y="3858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4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08392" y="385876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~9,652 servers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81344" y="4443984"/>
            <a:ext cx="5266944" cy="896112"/>
          </a:xfrm>
          <a:prstGeom prst="rect">
            <a:avLst/>
          </a:prstGeom>
          <a:solidFill>
            <a:srgbClr val="E8EDFF"/>
          </a:solidFill>
          <a:ln w="9525">
            <a:solidFill>
              <a:srgbClr val="E8ED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4443984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4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 private servers, no code hosting, no scanning — delegate”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181344" y="5504688"/>
            <a:ext cx="5266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PCM registry copies this shape — mapping, not storage.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64556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modelcontextprotocol.io / registry.modelcontextprotocol.io — corpus-verified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 — AGENTS.MD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AGENTS.md → repo instructions (+ .agents/ unratified)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29823" y="384048"/>
            <a:ext cx="758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04F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04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477256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27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2061972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993392"/>
            <a:ext cx="4837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Markdown —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 README for agents” at repo root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" y="257403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" y="2505456"/>
            <a:ext cx="4837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Nesting allowed,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nearest file wins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" y="3086100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3017520"/>
            <a:ext cx="4837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required fields, </a:t>
            </a:r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frontmatter, no schema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5477256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959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.AGENTS/ DIRECTORY — UNRATIFIED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" y="4366260"/>
            <a:ext cx="50292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29768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ratified standard —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issue #71 open since 2025-09-25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" y="4933188"/>
            <a:ext cx="50292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" y="4864608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declined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(#66352, not_planned, 2026-07-16)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" y="5500116"/>
            <a:ext cx="50292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" y="543153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store still serves three: </a:t>
            </a:r>
            <a:pPr indent="0" marL="0">
              <a:buNone/>
            </a:pPr>
            <a:r>
              <a:rPr lang="en-US" sz="100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+ OpenCode + Pi all read .agents/skills/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1444752"/>
            <a:ext cx="5477256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1627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64808" y="202539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1956816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Emerged from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/ Amp / Jules / Cursor / Factory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64808" y="257403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2505456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contributed it to AAIF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(Linux Foundation), 2025-12-09 — the only one of the four standards with a foundation-neutral home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64808" y="3122676"/>
            <a:ext cx="50292" cy="50292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054096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Adoption: </a:t>
            </a:r>
            <a:pPr indent="0" marL="0">
              <a:buNone/>
            </a:pPr>
            <a:r>
              <a:rPr lang="en-US" sz="950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60k+ repos · ~24 agents listed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08776" y="3794760"/>
            <a:ext cx="5477256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3794760"/>
            <a:ext cx="45720" cy="2523744"/>
          </a:xfrm>
          <a:prstGeom prst="rect">
            <a:avLst/>
          </a:prstGeom>
          <a:solidFill>
            <a:srgbClr val="304FFE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3959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4F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OURS — FOUR HARNESSES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64808" y="4352544"/>
            <a:ext cx="91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Text 33"/>
          <p:cNvSpPr/>
          <p:nvPr/>
        </p:nvSpPr>
        <p:spPr>
          <a:xfrm>
            <a:off x="6665976" y="43159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09560" y="43159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— 32 KiB cap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64808" y="4846320"/>
            <a:ext cx="91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6665976" y="4809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09560" y="48097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— primary rules format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64808" y="5340096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665976" y="53035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09560" y="5303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— cwd + ancestors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64808" y="583387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6665976" y="57972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09560" y="57972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only — reads AGENTS.md only when no CLAUDE.md (v2.1.277)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64556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agents.md — corpus-verified 2026-10-16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STANDARD — AWAITING A SPEC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surfaces, no standard — space reserved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1018520" y="6492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454335" y="38404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Slash commands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per harness; Claude legacy (.claude/commands), Codex user-only deprecated; skills superseding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41080" y="1508760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641080" y="15087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02920" y="2121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Subagents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130552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.md frontmatter is a de-facto template, not a spec; Codex TOML; OpenCode dialect + mode; Pi none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41080" y="2130552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641080" y="21305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2752344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 JSON on Claude/Codex only; OpenCode + Pi are TypeScript plugin/extension code, no declarative form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41080" y="2752344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641080" y="27523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02920" y="33649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LSP servers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0" y="337413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Claude-only surface (wrapped in a plugin); Codex / OpenCode / Pi none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41080" y="3374136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641080" y="337413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913632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02920" y="39867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399592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codegen against each SDK (OpenCode ctx.tool.transform, Pi registerTool); no shared schema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41080" y="3995928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641080" y="39959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4535424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02920" y="460857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Statusline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86000" y="4617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script + key; Pi theme JSON (name=file); Codex / OpenCode none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41080" y="4617720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641080" y="46177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515721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02920" y="52303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policy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0" y="5239512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Codex .rules + sandbox/approval; Claude allow-rules; OpenCode permissions[]; Pi none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41080" y="5239512"/>
            <a:ext cx="2542032" cy="457200"/>
          </a:xfrm>
          <a:prstGeom prst="rect">
            <a:avLst/>
          </a:prstGeom>
          <a:solidFill>
            <a:srgbClr val="FAFAF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641080" y="523951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— future spec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5888736"/>
            <a:ext cx="11185855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02920" y="60167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6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Until a spec exists for these, the PCM field catalog (core / extras) is the contract — the registry still maps them; nothing to verify against but ourselves.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556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agents-unified-registry corpus — verified 2026-10-16 / 2026-10-28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Registries — PCM Team</dc:title>
  <dc:subject>PptxGenJS Presentation</dc:subject>
  <dc:creator>aryan-rajoria</dc:creator>
  <cp:lastModifiedBy>aryan-rajoria</cp:lastModifiedBy>
  <cp:revision>1</cp:revision>
  <dcterms:created xsi:type="dcterms:W3CDTF">2026-10-29T09:32:55Z</dcterms:created>
  <dcterms:modified xsi:type="dcterms:W3CDTF">2026-10-29T09:32:55Z</dcterms:modified>
</cp:coreProperties>
</file>