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79" d="100"/>
          <a:sy n="79" d="100"/>
        </p:scale>
        <p:origin x="68" y="18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2C43-B54C-F305-5F39-567EDFE80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7466F-A1C2-8783-453D-F7FBD1879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EB847-63F4-3FE4-A59E-E6AAB820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920EE-5417-7E9C-27EC-F9B4977B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5BBC8-3091-9893-05B9-36667D28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8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98D4-F072-762D-19D2-198A1D79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C8A8-5212-95BA-C095-5750A17BF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63A71-7E7D-41F0-1E14-EB2F9D61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9111C-AB4D-BC69-2220-81E79025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12B09-BE7F-4A4D-A710-F3449F94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AFD1-1D69-44DE-D720-8A354765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75F27-D359-50A9-2F5D-675253224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83911-4C59-6FDA-FA7B-7AF6CF25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8B94E-0000-1597-871F-69EEFF73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E0EB6-29D1-94FD-0933-4DEBA4C5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2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16FC-881E-FD29-B9AB-44541C8A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3C89-4B09-47EE-12CE-EC3DF7D00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85C03-AE6B-D302-B2B5-53E8E8B04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BAA0C-3B75-29E1-1096-4EA80DA8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026EB-9836-3B9E-EEE7-D4E41207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D3855-0641-DF0D-BDAB-DBF6F2A7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1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2469-E48C-43C8-C801-DB58C629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15DAB-F3FC-D68E-0D65-763627C2B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14921-3A49-E50C-56AD-F9598374D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274DC-CE7A-D288-CFF0-8FA0953D9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D5BA3-B625-BB9C-AA38-AFE583B1C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630BA-643B-D614-0987-365C66E4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59766-B361-7260-A61F-A6860C66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AD503-B56F-523E-AB93-34D113B2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2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E12F-894D-0BC2-4923-F794F4FF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B581C-6BA9-BE7C-8FA8-BEAB025B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25222-6ED9-367E-CD55-DFB3B29C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F7C2B-EDB9-6E6A-EC94-E8937577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0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2B488-E41C-D1B1-43D6-3D82F951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A93D7E-EA88-EC4B-13AF-901F73BA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D2E6A-F5B0-BCFF-3B8F-7B48E1E2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6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C0FB-E1D4-50D2-0FFD-E8A6BCB6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623AA-B9B5-170E-8256-BF6880A8D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564E2-C091-84FD-EB12-CA6C1912D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FF8E4-339B-783B-9E3F-833ACE57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04EBF-6305-A9BE-D52D-40B7F9D9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2DAB9-BE74-53C2-BD43-5B21A7D7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4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B640-904A-D54B-2EA3-C7F65683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B0266-42A4-6EEE-D822-ECAACDFF166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AC7CE-4888-82FC-C4A1-8E598CC36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B4384-51A4-7F03-132A-20C35AF8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19D04-3F9F-FA4B-9500-AAFB9B3C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091D3-BF9F-6F42-A442-A3369778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1AC7-D7CC-101A-6208-498231A0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50C47-DB15-8607-3D14-55F6A69A9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B8855-67AD-DFE3-2BE3-0D519B63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17110-86DC-222E-2314-D42C262E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D3FF2-9E48-899E-D3E3-33E61AEC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0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C4FC6-F663-FA78-9D9B-AABCB23EA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1315C-2AE0-BF96-956D-E9085FC96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EE80-6CF5-21A3-AC04-341933A8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6EB8E-238C-F458-0F35-3A6FEE88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93684-E13A-7C8C-882A-C4CFAD8D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5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EA69E-D495-6072-6686-BF7BBA7C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EA851-079F-B71D-C219-A064130F4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B7A0-6509-B59E-25B1-62D2FB0FF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D6E07-D88F-41F7-8DE4-2132BC2FB2F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10231-881A-EA16-5A96-BFD0606A2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8B066-BD33-2398-103A-468FA099C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0CE7E-4CFF-4E84-970F-624D7C7AC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1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5CB5-40E6-0593-F7D6-A56C217D05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Agent Registries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B51EF-D024-06B4-702F-7D0E553400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PCM Team</a:t>
            </a:r>
          </a:p>
        </p:txBody>
      </p:sp>
    </p:spTree>
    <p:extLst>
      <p:ext uri="{BB962C8B-B14F-4D97-AF65-F5344CB8AC3E}">
        <p14:creationId xmlns:p14="http://schemas.microsoft.com/office/powerpoint/2010/main" val="569989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FEF20-9EB5-7A88-CAB7-8330D047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TL;DR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332E5-D3ED-744B-D782-E1B840F6B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Plugins support most features already</a:t>
            </a:r>
          </a:p>
          <a:p>
            <a:pPr lvl="1"/>
            <a:r>
              <a:rPr lang="en-US" dirty="0"/>
              <a:t>Except exec policy</a:t>
            </a:r>
          </a:p>
          <a:p>
            <a:pPr lvl="1"/>
            <a:r>
              <a:rPr lang="en-US" dirty="0"/>
              <a:t>There is a decent spec though (</a:t>
            </a:r>
            <a:r>
              <a:rPr lang="en-US" dirty="0" err="1"/>
              <a:t>claude</a:t>
            </a:r>
            <a:r>
              <a:rPr lang="en-US" dirty="0"/>
              <a:t> code does not follow it)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75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9C53-A880-D3BF-2D77-6B8D40DC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PCM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7704-0854-E024-AA6F-FAF6F9F03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mapping no storing</a:t>
            </a:r>
          </a:p>
          <a:p>
            <a:pPr lvl="1"/>
            <a:r>
              <a:rPr lang="en-US" dirty="0"/>
              <a:t>Storing in </a:t>
            </a:r>
            <a:r>
              <a:rPr lang="en-US" dirty="0" err="1"/>
              <a:t>Github</a:t>
            </a:r>
            <a:r>
              <a:rPr lang="en-US" dirty="0"/>
              <a:t> and alternatively </a:t>
            </a:r>
            <a:r>
              <a:rPr lang="en-US" dirty="0" err="1"/>
              <a:t>Qgenie</a:t>
            </a:r>
            <a:endParaRPr lang="en-US" dirty="0"/>
          </a:p>
          <a:p>
            <a:r>
              <a:rPr lang="en-US" dirty="0"/>
              <a:t>Other registries</a:t>
            </a:r>
          </a:p>
          <a:p>
            <a:pPr lvl="1"/>
            <a:r>
              <a:rPr lang="en-US" dirty="0"/>
              <a:t>Traditionally -&gt; host the packages, have installation scripts and some kind of </a:t>
            </a:r>
            <a:r>
              <a:rPr lang="en-US" dirty="0" err="1"/>
              <a:t>lockfile</a:t>
            </a:r>
            <a:r>
              <a:rPr lang="en-US" dirty="0"/>
              <a:t> (version control)</a:t>
            </a:r>
          </a:p>
          <a:p>
            <a:pPr lvl="1"/>
            <a:r>
              <a:rPr lang="en-US" dirty="0"/>
              <a:t>AI Registries -&gt; ??</a:t>
            </a:r>
          </a:p>
        </p:txBody>
      </p:sp>
    </p:spTree>
    <p:extLst>
      <p:ext uri="{BB962C8B-B14F-4D97-AF65-F5344CB8AC3E}">
        <p14:creationId xmlns:p14="http://schemas.microsoft.com/office/powerpoint/2010/main" val="424164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71AC-510E-32C4-9DAE-4A0E60F6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PCM Agent Registry API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6F7B0-EB3E-F771-ABA2-E61B9B46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-&gt; </a:t>
            </a:r>
            <a:r>
              <a:rPr lang="en-US" dirty="0" err="1"/>
              <a:t>pcm</a:t>
            </a:r>
            <a:r>
              <a:rPr lang="en-US" dirty="0"/>
              <a:t>-service -&gt; CMS -&gt; </a:t>
            </a:r>
            <a:r>
              <a:rPr lang="en-US" dirty="0" err="1"/>
              <a:t>TaxonomyDB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40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B822-3917-BE2B-9D2E-39B7418F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A221D-1599-6E0A-CA49-ED68B171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name `</a:t>
            </a:r>
            <a:r>
              <a:rPr lang="en-US" dirty="0" err="1"/>
              <a:t>AgentSkill</a:t>
            </a:r>
            <a:r>
              <a:rPr lang="en-US" dirty="0"/>
              <a:t>`</a:t>
            </a:r>
          </a:p>
          <a:p>
            <a:r>
              <a:rPr lang="en-US" dirty="0"/>
              <a:t>Attributes -&gt; Name (skill name), Description, </a:t>
            </a:r>
            <a:r>
              <a:rPr lang="en-US" dirty="0" err="1"/>
              <a:t>GithubURL</a:t>
            </a:r>
            <a:r>
              <a:rPr lang="en-US" dirty="0"/>
              <a:t>, </a:t>
            </a:r>
            <a:r>
              <a:rPr lang="en-US" dirty="0" err="1"/>
              <a:t>CommitSHA</a:t>
            </a:r>
            <a:r>
              <a:rPr lang="en-US" dirty="0"/>
              <a:t>, </a:t>
            </a:r>
            <a:r>
              <a:rPr lang="en-US" dirty="0" err="1"/>
              <a:t>RepositoryPath</a:t>
            </a:r>
            <a:r>
              <a:rPr lang="en-US" dirty="0"/>
              <a:t>, Owner, Status, Version</a:t>
            </a:r>
          </a:p>
        </p:txBody>
      </p:sp>
    </p:spTree>
    <p:extLst>
      <p:ext uri="{BB962C8B-B14F-4D97-AF65-F5344CB8AC3E}">
        <p14:creationId xmlns:p14="http://schemas.microsoft.com/office/powerpoint/2010/main" val="2418049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EC00-C403-30D1-4304-96740BF6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might be missing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4D4E0-FD91-945E-F595-AE8DAB336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411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AI Agent Registries</vt:lpstr>
      <vt:lpstr>TL;DR</vt:lpstr>
      <vt:lpstr>PCM Responsibilities</vt:lpstr>
      <vt:lpstr>PCM Agent Registry API Path</vt:lpstr>
      <vt:lpstr>Current Implementation </vt:lpstr>
      <vt:lpstr>What we might be missing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Rajoria</dc:creator>
  <cp:lastModifiedBy>Aryan Rajoria</cp:lastModifiedBy>
  <cp:revision>1</cp:revision>
  <dcterms:created xsi:type="dcterms:W3CDTF">2026-10-29T09:11:08Z</dcterms:created>
  <dcterms:modified xsi:type="dcterms:W3CDTF">2026-10-29T09:11:21Z</dcterms:modified>
</cp:coreProperties>
</file>