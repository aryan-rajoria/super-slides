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MICRO: the same Coffee Quest rendered at 0.75 pt cells (1 PNG px per cell) — a 0.21 in runner in a hairline world; 30 s timer budget. F5 → click START on slide 1. Forward slide change = jump; back = lose a heart. Last slide brews the coffee.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SMALL: 1.50 pt cells (2 px per cell), ink plus two grays; thin 1-cell ground line under the strip; 60 s timer budget. F5 → click START on slide 1. Forward slide change = jump; back = lose a heart. Last slide brews the coffee.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CLASSIC: 2.25 pt cells (3 px per cell), 1-bit ink silhouettes — the v2 native size; 90 s timer budget. F5 → click START on slide 1. Forward slide change = jump; back = lose a heart. Last slide brews the coffee.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CHUNKY: 3.00 pt cells (4 px per cell), ink plus two grays, no ground line; 120 s timer budget. F5 → click START on slide 1. Forward slide change = jump; back = lose a heart. Last slide brews the coffee.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JUMBO: 3.75 pt cells (5 px per cell) — the finale. The runner reaches the coffee machine, brews, the banner drops and hearts refill. No timer on this slide. F5 → click START on slide 1. Forward slide change = jump; back = lose a heart. Last slide brews the coffee.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6.png"/><Relationship Id="rId18" Type="http://schemas.openxmlformats.org/officeDocument/2006/relationships/image" Target="../media/image-1-16.png"/><Relationship Id="rId19" Type="http://schemas.openxmlformats.org/officeDocument/2006/relationships/image" Target="../media/image-1-19.png"/><Relationship Id="rId20" Type="http://schemas.openxmlformats.org/officeDocument/2006/relationships/image" Target="../media/image-1-19.png"/><Relationship Id="rId21" Type="http://schemas.openxmlformats.org/officeDocument/2006/relationships/image" Target="../media/image-1-19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7.png"/><Relationship Id="rId19" Type="http://schemas.openxmlformats.org/officeDocument/2006/relationships/image" Target="../media/image-2-17.png"/><Relationship Id="rId20" Type="http://schemas.openxmlformats.org/officeDocument/2006/relationships/image" Target="../media/image-2-20.png"/><Relationship Id="rId21" Type="http://schemas.openxmlformats.org/officeDocument/2006/relationships/image" Target="../media/image-2-20.png"/><Relationship Id="rId22" Type="http://schemas.openxmlformats.org/officeDocument/2006/relationships/image" Target="../media/image-2-20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6.png"/><Relationship Id="rId18" Type="http://schemas.openxmlformats.org/officeDocument/2006/relationships/image" Target="../media/image-3-16.png"/><Relationship Id="rId19" Type="http://schemas.openxmlformats.org/officeDocument/2006/relationships/image" Target="../media/image-3-19.png"/><Relationship Id="rId20" Type="http://schemas.openxmlformats.org/officeDocument/2006/relationships/image" Target="../media/image-3-19.png"/><Relationship Id="rId21" Type="http://schemas.openxmlformats.org/officeDocument/2006/relationships/image" Target="../media/image-3-19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7.png"/><Relationship Id="rId19" Type="http://schemas.openxmlformats.org/officeDocument/2006/relationships/image" Target="../media/image-4-17.png"/><Relationship Id="rId20" Type="http://schemas.openxmlformats.org/officeDocument/2006/relationships/image" Target="../media/image-4-20.png"/><Relationship Id="rId21" Type="http://schemas.openxmlformats.org/officeDocument/2006/relationships/image" Target="../media/image-4-20.png"/><Relationship Id="rId22" Type="http://schemas.openxmlformats.org/officeDocument/2006/relationships/image" Target="../media/image-4-20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6.png"/><Relationship Id="rId18" Type="http://schemas.openxmlformats.org/officeDocument/2006/relationships/image" Target="../media/image-5-16.png"/><Relationship Id="rId19" Type="http://schemas.openxmlformats.org/officeDocument/2006/relationships/image" Target="../media/image-5-19.png"/><Relationship Id="rId20" Type="http://schemas.openxmlformats.org/officeDocument/2006/relationships/image" Target="../media/image-5-19.png"/><Relationship Id="rId21" Type="http://schemas.openxmlformats.org/officeDocument/2006/relationships/image" Target="../media/image-5-19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5C6068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9AA0AB"/>
          </a:solidFill>
          <a:ln/>
        </p:spPr>
      </p:sp>
      <p:pic>
        <p:nvPicPr>
          <p:cNvPr id="5" name="Image 0" descr="assets/text/v3k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4109575" cy="201168"/>
          </a:xfrm>
          <a:prstGeom prst="rect">
            <a:avLst/>
          </a:prstGeom>
        </p:spPr>
      </p:pic>
      <p:pic>
        <p:nvPicPr>
          <p:cNvPr id="6" name="Image 1" descr="assets/text/v3t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80160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 0.75pt · runner 0.21in · ground line none · 1-bit ink</a:t>
            </a:r>
            <a:endParaRPr lang="en-US" sz="1050" dirty="0"/>
          </a:p>
        </p:txBody>
      </p:sp>
      <p:pic>
        <p:nvPicPr>
          <p:cNvPr id="8" name="cloud1" descr="assets/m1_1/clou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6201080"/>
            <a:ext cx="114300" cy="47625"/>
          </a:xfrm>
          <a:prstGeom prst="rect">
            <a:avLst/>
          </a:prstGeom>
        </p:spPr>
      </p:pic>
      <p:pic>
        <p:nvPicPr>
          <p:cNvPr id="9" name="cloud2" descr="assets/m1_1/cloud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6239180"/>
            <a:ext cx="95250" cy="38100"/>
          </a:xfrm>
          <a:prstGeom prst="rect">
            <a:avLst/>
          </a:prstGeom>
        </p:spPr>
      </p:pic>
      <p:pic>
        <p:nvPicPr>
          <p:cNvPr id="10" name="scoretag" descr="assets/m1_3/scoretag_0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05" y="5867705"/>
            <a:ext cx="1514475" cy="200025"/>
          </a:xfrm>
          <a:prstGeom prst="rect">
            <a:avLst/>
          </a:prstGeom>
        </p:spPr>
      </p:pic>
      <p:pic>
        <p:nvPicPr>
          <p:cNvPr id="11" name="sign1" descr="assets/m1_1/sign_coffe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6401105"/>
            <a:ext cx="485775" cy="152400"/>
          </a:xfrm>
          <a:prstGeom prst="rect">
            <a:avLst/>
          </a:prstGeom>
        </p:spPr>
      </p:pic>
      <p:pic>
        <p:nvPicPr>
          <p:cNvPr id="12" name="sign2" descr="assets/m1_1/sign_nocoff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6401105"/>
            <a:ext cx="542925" cy="152400"/>
          </a:xfrm>
          <a:prstGeom prst="rect">
            <a:avLst/>
          </a:prstGeom>
        </p:spPr>
      </p:pic>
      <p:pic>
        <p:nvPicPr>
          <p:cNvPr id="13" name="sign3" descr="assets/m1_1/sign_clos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43200" y="6401105"/>
            <a:ext cx="371475" cy="152400"/>
          </a:xfrm>
          <a:prstGeom prst="rect">
            <a:avLst/>
          </a:prstGeom>
        </p:spPr>
      </p:pic>
      <p:pic>
        <p:nvPicPr>
          <p:cNvPr id="14" name="bush" descr="assets/m1_1/bus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0" y="6505880"/>
            <a:ext cx="95250" cy="57150"/>
          </a:xfrm>
          <a:prstGeom prst="rect">
            <a:avLst/>
          </a:prstGeom>
        </p:spPr>
      </p:pic>
      <p:pic>
        <p:nvPicPr>
          <p:cNvPr id="15" name="cactus" descr="assets/m1_1/cactu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743200" y="6458255"/>
            <a:ext cx="76200" cy="95250"/>
          </a:xfrm>
          <a:prstGeom prst="rect">
            <a:avLst/>
          </a:prstGeom>
        </p:spPr>
      </p:pic>
      <p:pic>
        <p:nvPicPr>
          <p:cNvPr id="16" name="rock" descr="assets/m1_1/ro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505880"/>
            <a:ext cx="95250" cy="47625"/>
          </a:xfrm>
          <a:prstGeom prst="rect">
            <a:avLst/>
          </a:prstGeom>
        </p:spPr>
      </p:pic>
      <p:pic>
        <p:nvPicPr>
          <p:cNvPr id="17" name="man_runA" descr="assets/m1_1/man_run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4695" y="6363005"/>
            <a:ext cx="114300" cy="190500"/>
          </a:xfrm>
          <a:prstGeom prst="rect">
            <a:avLst/>
          </a:prstGeom>
        </p:spPr>
      </p:pic>
      <p:pic>
        <p:nvPicPr>
          <p:cNvPr id="18" name="man_runB" descr="assets/m1_1/man_run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43200" y="6363005"/>
            <a:ext cx="114300" cy="190500"/>
          </a:xfrm>
          <a:prstGeom prst="rect">
            <a:avLst/>
          </a:prstGeom>
        </p:spPr>
      </p:pic>
      <p:pic>
        <p:nvPicPr>
          <p:cNvPr id="19" name="man_jump" descr="assets/m1_1/man_jump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6363005"/>
            <a:ext cx="114300" cy="190500"/>
          </a:xfrm>
          <a:prstGeom prst="rect">
            <a:avLst/>
          </a:prstGeom>
        </p:spPr>
      </p:pic>
      <p:pic>
        <p:nvPicPr>
          <p:cNvPr id="20" name="man_idle" descr="assets/m1_1/man_idl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6363005"/>
            <a:ext cx="114300" cy="190500"/>
          </a:xfrm>
          <a:prstGeom prst="rect">
            <a:avLst/>
          </a:prstGeom>
        </p:spPr>
      </p:pic>
      <p:pic>
        <p:nvPicPr>
          <p:cNvPr id="21" name="heartF1" descr="assets/m1_1/heart_full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770690" y="6463017"/>
            <a:ext cx="66675" cy="57150"/>
          </a:xfrm>
          <a:prstGeom prst="rect">
            <a:avLst/>
          </a:prstGeom>
        </p:spPr>
      </p:pic>
      <p:pic>
        <p:nvPicPr>
          <p:cNvPr id="22" name="heartF2" descr="assets/m1_1/heart_ful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856415" y="6463017"/>
            <a:ext cx="66675" cy="57150"/>
          </a:xfrm>
          <a:prstGeom prst="rect">
            <a:avLst/>
          </a:prstGeom>
        </p:spPr>
      </p:pic>
      <p:pic>
        <p:nvPicPr>
          <p:cNvPr id="23" name="heartF3" descr="assets/m1_1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942140" y="6463017"/>
            <a:ext cx="66675" cy="57150"/>
          </a:xfrm>
          <a:prstGeom prst="rect">
            <a:avLst/>
          </a:prstGeom>
        </p:spPr>
      </p:pic>
      <p:pic>
        <p:nvPicPr>
          <p:cNvPr id="24" name="heartE1" descr="assets/m1_1/heart_empt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2743200" y="6463017"/>
            <a:ext cx="66675" cy="57150"/>
          </a:xfrm>
          <a:prstGeom prst="rect">
            <a:avLst/>
          </a:prstGeom>
        </p:spPr>
      </p:pic>
      <p:pic>
        <p:nvPicPr>
          <p:cNvPr id="25" name="heartE2" descr="assets/m1_1/heart_empt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2743200" y="6463017"/>
            <a:ext cx="66675" cy="57150"/>
          </a:xfrm>
          <a:prstGeom prst="rect">
            <a:avLst/>
          </a:prstGeom>
        </p:spPr>
      </p:pic>
      <p:pic>
        <p:nvPicPr>
          <p:cNvPr id="26" name="heartE3" descr="assets/m1_1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6463017"/>
            <a:ext cx="66675" cy="57150"/>
          </a:xfrm>
          <a:prstGeom prst="rect">
            <a:avLst/>
          </a:prstGeom>
        </p:spPr>
      </p:pic>
      <p:sp>
        <p:nvSpPr>
          <p:cNvPr id="27" name="mark1"/>
          <p:cNvSpPr/>
          <p:nvPr/>
        </p:nvSpPr>
        <p:spPr>
          <a:xfrm>
            <a:off x="761695" y="6572555"/>
            <a:ext cx="76200" cy="1905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8" name="mark2"/>
          <p:cNvSpPr/>
          <p:nvPr/>
        </p:nvSpPr>
        <p:spPr>
          <a:xfrm>
            <a:off x="6858000" y="6572555"/>
            <a:ext cx="76200" cy="1905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9" name="timerbar"/>
          <p:cNvSpPr/>
          <p:nvPr/>
        </p:nvSpPr>
        <p:spPr>
          <a:xfrm>
            <a:off x="9521647" y="6391580"/>
            <a:ext cx="2487168" cy="33337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0" name="timetext"/>
          <p:cNvSpPr/>
          <p:nvPr/>
        </p:nvSpPr>
        <p:spPr>
          <a:xfrm>
            <a:off x="8716975" y="6307665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0:30</a:t>
            </a:r>
            <a:endParaRPr lang="en-US" sz="950" dirty="0"/>
          </a:p>
        </p:txBody>
      </p:sp>
      <p:sp>
        <p:nvSpPr>
          <p:cNvPr id="31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800" dirty="0"/>
          </a:p>
        </p:txBody>
      </p:sp>
      <p:sp>
        <p:nvSpPr>
          <p:cNvPr id="32" name="cfgScale"/>
          <p:cNvSpPr/>
          <p:nvPr/>
        </p:nvSpPr>
        <p:spPr>
          <a:xfrm>
            <a:off x="-822960" y="4114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5C6068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9AA0AB"/>
          </a:solidFill>
          <a:ln/>
        </p:spPr>
      </p:sp>
      <p:pic>
        <p:nvPicPr>
          <p:cNvPr id="5" name="Image 0" descr="assets/text/v3k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92286" cy="201168"/>
          </a:xfrm>
          <a:prstGeom prst="rect">
            <a:avLst/>
          </a:prstGeom>
        </p:spPr>
      </p:pic>
      <p:pic>
        <p:nvPicPr>
          <p:cNvPr id="6" name="Image 1" descr="assets/text/v3t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80160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 1.50pt · runner 0.42in · ground line thin · ink + 2 grays</a:t>
            </a:r>
            <a:endParaRPr lang="en-US" sz="1050" dirty="0"/>
          </a:p>
        </p:txBody>
      </p:sp>
      <p:pic>
        <p:nvPicPr>
          <p:cNvPr id="8" name="skyline" descr="assets/g2_2/skyline_d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1797" y="6248705"/>
            <a:ext cx="24383390" cy="304800"/>
          </a:xfrm>
          <a:prstGeom prst="rect">
            <a:avLst/>
          </a:prstGeom>
        </p:spPr>
      </p:pic>
      <p:sp>
        <p:nvSpPr>
          <p:cNvPr id="9" name="groundline"/>
          <p:cNvSpPr/>
          <p:nvPr/>
        </p:nvSpPr>
        <p:spPr>
          <a:xfrm>
            <a:off x="0" y="6553505"/>
            <a:ext cx="12191695" cy="19050"/>
          </a:xfrm>
          <a:prstGeom prst="rect">
            <a:avLst/>
          </a:prstGeom>
          <a:solidFill>
            <a:srgbClr val="1B1D22"/>
          </a:solidFill>
          <a:ln/>
        </p:spPr>
      </p:sp>
      <p:pic>
        <p:nvPicPr>
          <p:cNvPr id="10" name="cloud1" descr="assets/g2_2/cloud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848655"/>
            <a:ext cx="228600" cy="95250"/>
          </a:xfrm>
          <a:prstGeom prst="rect">
            <a:avLst/>
          </a:prstGeom>
        </p:spPr>
      </p:pic>
      <p:pic>
        <p:nvPicPr>
          <p:cNvPr id="11" name="cloud2" descr="assets/g2_2/cloud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5924855"/>
            <a:ext cx="190500" cy="76200"/>
          </a:xfrm>
          <a:prstGeom prst="rect">
            <a:avLst/>
          </a:prstGeom>
        </p:spPr>
      </p:pic>
      <p:pic>
        <p:nvPicPr>
          <p:cNvPr id="12" name="scoretag" descr="assets/m1_3/scoretag_0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05" y="5867705"/>
            <a:ext cx="1514475" cy="200025"/>
          </a:xfrm>
          <a:prstGeom prst="rect">
            <a:avLst/>
          </a:prstGeom>
        </p:spPr>
      </p:pic>
      <p:pic>
        <p:nvPicPr>
          <p:cNvPr id="13" name="sign1" descr="assets/g2_2/sign_coff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6248705"/>
            <a:ext cx="971550" cy="304800"/>
          </a:xfrm>
          <a:prstGeom prst="rect">
            <a:avLst/>
          </a:prstGeom>
        </p:spPr>
      </p:pic>
      <p:pic>
        <p:nvPicPr>
          <p:cNvPr id="14" name="sign2" descr="assets/g2_2/sign_nocoff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6248705"/>
            <a:ext cx="1085850" cy="304800"/>
          </a:xfrm>
          <a:prstGeom prst="rect">
            <a:avLst/>
          </a:prstGeom>
        </p:spPr>
      </p:pic>
      <p:pic>
        <p:nvPicPr>
          <p:cNvPr id="15" name="sign3" descr="assets/g2_2/sign_clos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743200" y="6248705"/>
            <a:ext cx="742950" cy="304800"/>
          </a:xfrm>
          <a:prstGeom prst="rect">
            <a:avLst/>
          </a:prstGeom>
        </p:spPr>
      </p:pic>
      <p:pic>
        <p:nvPicPr>
          <p:cNvPr id="16" name="bush" descr="assets/g2_2/bus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0" y="6458255"/>
            <a:ext cx="190500" cy="114300"/>
          </a:xfrm>
          <a:prstGeom prst="rect">
            <a:avLst/>
          </a:prstGeom>
        </p:spPr>
      </p:pic>
      <p:pic>
        <p:nvPicPr>
          <p:cNvPr id="17" name="cactus" descr="assets/g2_2/cactu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363005"/>
            <a:ext cx="152400" cy="190500"/>
          </a:xfrm>
          <a:prstGeom prst="rect">
            <a:avLst/>
          </a:prstGeom>
        </p:spPr>
      </p:pic>
      <p:pic>
        <p:nvPicPr>
          <p:cNvPr id="18" name="rock" descr="assets/g2_2/ro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458255"/>
            <a:ext cx="190500" cy="95250"/>
          </a:xfrm>
          <a:prstGeom prst="rect">
            <a:avLst/>
          </a:prstGeom>
        </p:spPr>
      </p:pic>
      <p:pic>
        <p:nvPicPr>
          <p:cNvPr id="19" name="man_runA" descr="assets/g2_2/man_run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4695" y="6172505"/>
            <a:ext cx="228600" cy="381000"/>
          </a:xfrm>
          <a:prstGeom prst="rect">
            <a:avLst/>
          </a:prstGeom>
        </p:spPr>
      </p:pic>
      <p:pic>
        <p:nvPicPr>
          <p:cNvPr id="20" name="man_runB" descr="assets/g2_2/man_run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6172505"/>
            <a:ext cx="228600" cy="381000"/>
          </a:xfrm>
          <a:prstGeom prst="rect">
            <a:avLst/>
          </a:prstGeom>
        </p:spPr>
      </p:pic>
      <p:pic>
        <p:nvPicPr>
          <p:cNvPr id="21" name="man_jump" descr="assets/g2_2/man_jum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6172505"/>
            <a:ext cx="228600" cy="381000"/>
          </a:xfrm>
          <a:prstGeom prst="rect">
            <a:avLst/>
          </a:prstGeom>
        </p:spPr>
      </p:pic>
      <p:pic>
        <p:nvPicPr>
          <p:cNvPr id="22" name="man_idle" descr="assets/g2_2/man_id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6172505"/>
            <a:ext cx="228600" cy="381000"/>
          </a:xfrm>
          <a:prstGeom prst="rect">
            <a:avLst/>
          </a:prstGeom>
        </p:spPr>
      </p:pic>
      <p:pic>
        <p:nvPicPr>
          <p:cNvPr id="23" name="heartF1" descr="assets/g2_2/heart_ful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32565" y="6372530"/>
            <a:ext cx="133350" cy="114300"/>
          </a:xfrm>
          <a:prstGeom prst="rect">
            <a:avLst/>
          </a:prstGeom>
        </p:spPr>
      </p:pic>
      <p:pic>
        <p:nvPicPr>
          <p:cNvPr id="24" name="heartF2" descr="assets/g2_2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704015" y="6372530"/>
            <a:ext cx="133350" cy="114300"/>
          </a:xfrm>
          <a:prstGeom prst="rect">
            <a:avLst/>
          </a:prstGeom>
        </p:spPr>
      </p:pic>
      <p:pic>
        <p:nvPicPr>
          <p:cNvPr id="25" name="heartF3" descr="assets/g2_2/heart_full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75465" y="6372530"/>
            <a:ext cx="133350" cy="114300"/>
          </a:xfrm>
          <a:prstGeom prst="rect">
            <a:avLst/>
          </a:prstGeom>
        </p:spPr>
      </p:pic>
      <p:pic>
        <p:nvPicPr>
          <p:cNvPr id="26" name="heartE1" descr="assets/g2_2/heart_empt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2743200" y="6372530"/>
            <a:ext cx="133350" cy="114300"/>
          </a:xfrm>
          <a:prstGeom prst="rect">
            <a:avLst/>
          </a:prstGeom>
        </p:spPr>
      </p:pic>
      <p:pic>
        <p:nvPicPr>
          <p:cNvPr id="27" name="heartE2" descr="assets/g2_2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6372530"/>
            <a:ext cx="133350" cy="114300"/>
          </a:xfrm>
          <a:prstGeom prst="rect">
            <a:avLst/>
          </a:prstGeom>
        </p:spPr>
      </p:pic>
      <p:pic>
        <p:nvPicPr>
          <p:cNvPr id="28" name="heartE3" descr="assets/g2_2/heart_empt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2743200" y="6372530"/>
            <a:ext cx="133350" cy="114300"/>
          </a:xfrm>
          <a:prstGeom prst="rect">
            <a:avLst/>
          </a:prstGeom>
        </p:spPr>
      </p:pic>
      <p:sp>
        <p:nvSpPr>
          <p:cNvPr id="29" name="mark1"/>
          <p:cNvSpPr/>
          <p:nvPr/>
        </p:nvSpPr>
        <p:spPr>
          <a:xfrm>
            <a:off x="761695" y="6591605"/>
            <a:ext cx="152400" cy="381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0" name="mark2"/>
          <p:cNvSpPr/>
          <p:nvPr/>
        </p:nvSpPr>
        <p:spPr>
          <a:xfrm>
            <a:off x="6858000" y="6591605"/>
            <a:ext cx="152400" cy="381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timerbar"/>
          <p:cNvSpPr/>
          <p:nvPr/>
        </p:nvSpPr>
        <p:spPr>
          <a:xfrm>
            <a:off x="9521647" y="6229655"/>
            <a:ext cx="2487168" cy="6667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2" name="timetext"/>
          <p:cNvSpPr/>
          <p:nvPr/>
        </p:nvSpPr>
        <p:spPr>
          <a:xfrm>
            <a:off x="8716975" y="61624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</a:t>
            </a:r>
            <a:endParaRPr lang="en-US" sz="950" dirty="0"/>
          </a:p>
        </p:txBody>
      </p:sp>
      <p:sp>
        <p:nvSpPr>
          <p:cNvPr id="33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en-US" sz="800" dirty="0"/>
          </a:p>
        </p:txBody>
      </p:sp>
      <p:sp>
        <p:nvSpPr>
          <p:cNvPr id="34" name="cfgScale"/>
          <p:cNvSpPr/>
          <p:nvPr/>
        </p:nvSpPr>
        <p:spPr>
          <a:xfrm>
            <a:off x="-822960" y="4114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5C6068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9AA0AB"/>
          </a:solidFill>
          <a:ln/>
        </p:spPr>
      </p:sp>
      <p:pic>
        <p:nvPicPr>
          <p:cNvPr id="5" name="Image 0" descr="assets/text/v3k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4109575" cy="201168"/>
          </a:xfrm>
          <a:prstGeom prst="rect">
            <a:avLst/>
          </a:prstGeom>
        </p:spPr>
      </p:pic>
      <p:pic>
        <p:nvPicPr>
          <p:cNvPr id="6" name="Image 1" descr="assets/text/v3t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7675735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80160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 2.25pt · runner 0.63in · ground line thin · 1-bit ink</a:t>
            </a:r>
            <a:endParaRPr lang="en-US" sz="1050" dirty="0"/>
          </a:p>
        </p:txBody>
      </p:sp>
      <p:sp>
        <p:nvSpPr>
          <p:cNvPr id="8" name="groundline"/>
          <p:cNvSpPr/>
          <p:nvPr/>
        </p:nvSpPr>
        <p:spPr>
          <a:xfrm>
            <a:off x="0" y="6553505"/>
            <a:ext cx="12191695" cy="28575"/>
          </a:xfrm>
          <a:prstGeom prst="rect">
            <a:avLst/>
          </a:prstGeom>
          <a:solidFill>
            <a:srgbClr val="1B1D22"/>
          </a:solidFill>
          <a:ln/>
        </p:spPr>
      </p:sp>
      <p:pic>
        <p:nvPicPr>
          <p:cNvPr id="9" name="cloud1" descr="assets/m1_3/clou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496230"/>
            <a:ext cx="342900" cy="142875"/>
          </a:xfrm>
          <a:prstGeom prst="rect">
            <a:avLst/>
          </a:prstGeom>
        </p:spPr>
      </p:pic>
      <p:pic>
        <p:nvPicPr>
          <p:cNvPr id="10" name="cloud2" descr="assets/m1_3/cloud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5610530"/>
            <a:ext cx="285750" cy="114300"/>
          </a:xfrm>
          <a:prstGeom prst="rect">
            <a:avLst/>
          </a:prstGeom>
        </p:spPr>
      </p:pic>
      <p:pic>
        <p:nvPicPr>
          <p:cNvPr id="11" name="scoretag" descr="assets/m1_3/scoretag_0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05" y="5867705"/>
            <a:ext cx="1514475" cy="200025"/>
          </a:xfrm>
          <a:prstGeom prst="rect">
            <a:avLst/>
          </a:prstGeom>
        </p:spPr>
      </p:pic>
      <p:pic>
        <p:nvPicPr>
          <p:cNvPr id="12" name="sign1" descr="assets/m1_3/sign_coffe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6096305"/>
            <a:ext cx="1457325" cy="457200"/>
          </a:xfrm>
          <a:prstGeom prst="rect">
            <a:avLst/>
          </a:prstGeom>
        </p:spPr>
      </p:pic>
      <p:pic>
        <p:nvPicPr>
          <p:cNvPr id="13" name="sign2" descr="assets/m1_3/sign_nocoff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6096305"/>
            <a:ext cx="1628775" cy="457200"/>
          </a:xfrm>
          <a:prstGeom prst="rect">
            <a:avLst/>
          </a:prstGeom>
        </p:spPr>
      </p:pic>
      <p:pic>
        <p:nvPicPr>
          <p:cNvPr id="14" name="sign3" descr="assets/m1_3/sign_clos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43200" y="6096305"/>
            <a:ext cx="1114425" cy="457200"/>
          </a:xfrm>
          <a:prstGeom prst="rect">
            <a:avLst/>
          </a:prstGeom>
        </p:spPr>
      </p:pic>
      <p:pic>
        <p:nvPicPr>
          <p:cNvPr id="15" name="bush" descr="assets/m1_3/bus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0" y="6410630"/>
            <a:ext cx="285750" cy="171450"/>
          </a:xfrm>
          <a:prstGeom prst="rect">
            <a:avLst/>
          </a:prstGeom>
        </p:spPr>
      </p:pic>
      <p:pic>
        <p:nvPicPr>
          <p:cNvPr id="16" name="cactus" descr="assets/m1_3/cactu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743200" y="6267755"/>
            <a:ext cx="228600" cy="285750"/>
          </a:xfrm>
          <a:prstGeom prst="rect">
            <a:avLst/>
          </a:prstGeom>
        </p:spPr>
      </p:pic>
      <p:pic>
        <p:nvPicPr>
          <p:cNvPr id="17" name="rock" descr="assets/m1_3/ro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410630"/>
            <a:ext cx="285750" cy="142875"/>
          </a:xfrm>
          <a:prstGeom prst="rect">
            <a:avLst/>
          </a:prstGeom>
        </p:spPr>
      </p:pic>
      <p:pic>
        <p:nvPicPr>
          <p:cNvPr id="18" name="man_runA" descr="assets/m1_3/man_run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4695" y="5982005"/>
            <a:ext cx="342900" cy="571500"/>
          </a:xfrm>
          <a:prstGeom prst="rect">
            <a:avLst/>
          </a:prstGeom>
        </p:spPr>
      </p:pic>
      <p:pic>
        <p:nvPicPr>
          <p:cNvPr id="19" name="man_runB" descr="assets/m1_3/man_run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20" name="man_jump" descr="assets/m1_3/man_jump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21" name="man_idle" descr="assets/m1_3/man_idl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22" name="heartF1" descr="assets/m1_3/heart_full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94440" y="6282042"/>
            <a:ext cx="200025" cy="171450"/>
          </a:xfrm>
          <a:prstGeom prst="rect">
            <a:avLst/>
          </a:prstGeom>
        </p:spPr>
      </p:pic>
      <p:pic>
        <p:nvPicPr>
          <p:cNvPr id="23" name="heartF2" descr="assets/m1_3/heart_ful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51615" y="6282042"/>
            <a:ext cx="200025" cy="171450"/>
          </a:xfrm>
          <a:prstGeom prst="rect">
            <a:avLst/>
          </a:prstGeom>
        </p:spPr>
      </p:pic>
      <p:pic>
        <p:nvPicPr>
          <p:cNvPr id="24" name="heartF3" descr="assets/m1_3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808790" y="6282042"/>
            <a:ext cx="200025" cy="171450"/>
          </a:xfrm>
          <a:prstGeom prst="rect">
            <a:avLst/>
          </a:prstGeom>
        </p:spPr>
      </p:pic>
      <p:pic>
        <p:nvPicPr>
          <p:cNvPr id="25" name="heartE1" descr="assets/m1_3/heart_empt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2743200" y="6282042"/>
            <a:ext cx="200025" cy="171450"/>
          </a:xfrm>
          <a:prstGeom prst="rect">
            <a:avLst/>
          </a:prstGeom>
        </p:spPr>
      </p:pic>
      <p:pic>
        <p:nvPicPr>
          <p:cNvPr id="26" name="heartE2" descr="assets/m1_3/heart_empt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2743200" y="6282042"/>
            <a:ext cx="200025" cy="171450"/>
          </a:xfrm>
          <a:prstGeom prst="rect">
            <a:avLst/>
          </a:prstGeom>
        </p:spPr>
      </p:pic>
      <p:pic>
        <p:nvPicPr>
          <p:cNvPr id="27" name="heartE3" descr="assets/m1_3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6282042"/>
            <a:ext cx="200025" cy="171450"/>
          </a:xfrm>
          <a:prstGeom prst="rect">
            <a:avLst/>
          </a:prstGeom>
        </p:spPr>
      </p:pic>
      <p:sp>
        <p:nvSpPr>
          <p:cNvPr id="28" name="mark1"/>
          <p:cNvSpPr/>
          <p:nvPr/>
        </p:nvSpPr>
        <p:spPr>
          <a:xfrm>
            <a:off x="761695" y="6610655"/>
            <a:ext cx="228600" cy="5715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9" name="mark2"/>
          <p:cNvSpPr/>
          <p:nvPr/>
        </p:nvSpPr>
        <p:spPr>
          <a:xfrm>
            <a:off x="6858000" y="6610655"/>
            <a:ext cx="228600" cy="5715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0" name="timerbar"/>
          <p:cNvSpPr/>
          <p:nvPr/>
        </p:nvSpPr>
        <p:spPr>
          <a:xfrm>
            <a:off x="9521647" y="6067730"/>
            <a:ext cx="2487168" cy="100013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timetext"/>
          <p:cNvSpPr/>
          <p:nvPr/>
        </p:nvSpPr>
        <p:spPr>
          <a:xfrm>
            <a:off x="8716975" y="60171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1:30</a:t>
            </a:r>
            <a:endParaRPr lang="en-US" sz="950" dirty="0"/>
          </a:p>
        </p:txBody>
      </p:sp>
      <p:sp>
        <p:nvSpPr>
          <p:cNvPr id="32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</a:t>
            </a:r>
            <a:endParaRPr lang="en-US" sz="800" dirty="0"/>
          </a:p>
        </p:txBody>
      </p:sp>
      <p:sp>
        <p:nvSpPr>
          <p:cNvPr id="33" name="cfgScale"/>
          <p:cNvSpPr/>
          <p:nvPr/>
        </p:nvSpPr>
        <p:spPr>
          <a:xfrm>
            <a:off x="-822960" y="4114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5C6068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9AA0AB"/>
          </a:solidFill>
          <a:ln/>
        </p:spPr>
      </p:sp>
      <p:pic>
        <p:nvPicPr>
          <p:cNvPr id="5" name="Image 0" descr="assets/text/v3k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592286" cy="201168"/>
          </a:xfrm>
          <a:prstGeom prst="rect">
            <a:avLst/>
          </a:prstGeom>
        </p:spPr>
      </p:pic>
      <p:pic>
        <p:nvPicPr>
          <p:cNvPr id="6" name="Image 1" descr="assets/text/v3t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7268174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80160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 3.00pt · runner 0.83in · ground line none · ink + 2 grays</a:t>
            </a:r>
            <a:endParaRPr lang="en-US" sz="1050" dirty="0"/>
          </a:p>
        </p:txBody>
      </p:sp>
      <p:pic>
        <p:nvPicPr>
          <p:cNvPr id="8" name="skyline" descr="assets/g2_4/skyline_d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1797" y="5943905"/>
            <a:ext cx="24383390" cy="609600"/>
          </a:xfrm>
          <a:prstGeom prst="rect">
            <a:avLst/>
          </a:prstGeom>
        </p:spPr>
      </p:pic>
      <p:pic>
        <p:nvPicPr>
          <p:cNvPr id="9" name="cloud1" descr="assets/g2_4/cloud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143805"/>
            <a:ext cx="457200" cy="190500"/>
          </a:xfrm>
          <a:prstGeom prst="rect">
            <a:avLst/>
          </a:prstGeom>
        </p:spPr>
      </p:pic>
      <p:pic>
        <p:nvPicPr>
          <p:cNvPr id="10" name="cloud2" descr="assets/g2_4/cloud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5296205"/>
            <a:ext cx="381000" cy="152400"/>
          </a:xfrm>
          <a:prstGeom prst="rect">
            <a:avLst/>
          </a:prstGeom>
        </p:spPr>
      </p:pic>
      <p:pic>
        <p:nvPicPr>
          <p:cNvPr id="11" name="scoretag" descr="assets/m1_3/scoretag_0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05" y="5867705"/>
            <a:ext cx="1514475" cy="200025"/>
          </a:xfrm>
          <a:prstGeom prst="rect">
            <a:avLst/>
          </a:prstGeom>
        </p:spPr>
      </p:pic>
      <p:pic>
        <p:nvPicPr>
          <p:cNvPr id="12" name="sign1" descr="assets/g2_4/sign_coff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5943905"/>
            <a:ext cx="1943100" cy="609600"/>
          </a:xfrm>
          <a:prstGeom prst="rect">
            <a:avLst/>
          </a:prstGeom>
        </p:spPr>
      </p:pic>
      <p:pic>
        <p:nvPicPr>
          <p:cNvPr id="13" name="sign2" descr="assets/g2_4/sign_nocoff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5943905"/>
            <a:ext cx="2171700" cy="609600"/>
          </a:xfrm>
          <a:prstGeom prst="rect">
            <a:avLst/>
          </a:prstGeom>
        </p:spPr>
      </p:pic>
      <p:pic>
        <p:nvPicPr>
          <p:cNvPr id="14" name="sign3" descr="assets/g2_4/sign_clos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743200" y="5943905"/>
            <a:ext cx="1485900" cy="609600"/>
          </a:xfrm>
          <a:prstGeom prst="rect">
            <a:avLst/>
          </a:prstGeom>
        </p:spPr>
      </p:pic>
      <p:pic>
        <p:nvPicPr>
          <p:cNvPr id="15" name="bush" descr="assets/g2_4/bus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0" y="6363005"/>
            <a:ext cx="381000" cy="228600"/>
          </a:xfrm>
          <a:prstGeom prst="rect">
            <a:avLst/>
          </a:prstGeom>
        </p:spPr>
      </p:pic>
      <p:pic>
        <p:nvPicPr>
          <p:cNvPr id="16" name="cactus" descr="assets/g2_4/cactu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172505"/>
            <a:ext cx="304800" cy="381000"/>
          </a:xfrm>
          <a:prstGeom prst="rect">
            <a:avLst/>
          </a:prstGeom>
        </p:spPr>
      </p:pic>
      <p:pic>
        <p:nvPicPr>
          <p:cNvPr id="17" name="rock" descr="assets/g2_4/ro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363005"/>
            <a:ext cx="381000" cy="190500"/>
          </a:xfrm>
          <a:prstGeom prst="rect">
            <a:avLst/>
          </a:prstGeom>
        </p:spPr>
      </p:pic>
      <p:pic>
        <p:nvPicPr>
          <p:cNvPr id="18" name="man_runA" descr="assets/g2_4/man_run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4695" y="5791505"/>
            <a:ext cx="457200" cy="762000"/>
          </a:xfrm>
          <a:prstGeom prst="rect">
            <a:avLst/>
          </a:prstGeom>
        </p:spPr>
      </p:pic>
      <p:pic>
        <p:nvPicPr>
          <p:cNvPr id="19" name="man_runB" descr="assets/g2_4/man_run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5791505"/>
            <a:ext cx="457200" cy="762000"/>
          </a:xfrm>
          <a:prstGeom prst="rect">
            <a:avLst/>
          </a:prstGeom>
        </p:spPr>
      </p:pic>
      <p:pic>
        <p:nvPicPr>
          <p:cNvPr id="20" name="man_jump" descr="assets/g2_4/man_jum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5791505"/>
            <a:ext cx="457200" cy="762000"/>
          </a:xfrm>
          <a:prstGeom prst="rect">
            <a:avLst/>
          </a:prstGeom>
        </p:spPr>
      </p:pic>
      <p:pic>
        <p:nvPicPr>
          <p:cNvPr id="21" name="man_idle" descr="assets/g2_4/man_id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5791505"/>
            <a:ext cx="457200" cy="762000"/>
          </a:xfrm>
          <a:prstGeom prst="rect">
            <a:avLst/>
          </a:prstGeom>
        </p:spPr>
      </p:pic>
      <p:pic>
        <p:nvPicPr>
          <p:cNvPr id="22" name="heartF1" descr="assets/g2_4/heart_ful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56315" y="6191555"/>
            <a:ext cx="266700" cy="228600"/>
          </a:xfrm>
          <a:prstGeom prst="rect">
            <a:avLst/>
          </a:prstGeom>
        </p:spPr>
      </p:pic>
      <p:pic>
        <p:nvPicPr>
          <p:cNvPr id="23" name="heartF2" descr="assets/g2_4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99215" y="6191555"/>
            <a:ext cx="266700" cy="228600"/>
          </a:xfrm>
          <a:prstGeom prst="rect">
            <a:avLst/>
          </a:prstGeom>
        </p:spPr>
      </p:pic>
      <p:pic>
        <p:nvPicPr>
          <p:cNvPr id="24" name="heartF3" descr="assets/g2_4/heart_full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742115" y="6191555"/>
            <a:ext cx="266700" cy="228600"/>
          </a:xfrm>
          <a:prstGeom prst="rect">
            <a:avLst/>
          </a:prstGeom>
        </p:spPr>
      </p:pic>
      <p:pic>
        <p:nvPicPr>
          <p:cNvPr id="25" name="heartE1" descr="assets/g2_4/heart_empt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2743200" y="6191555"/>
            <a:ext cx="266700" cy="228600"/>
          </a:xfrm>
          <a:prstGeom prst="rect">
            <a:avLst/>
          </a:prstGeom>
        </p:spPr>
      </p:pic>
      <p:pic>
        <p:nvPicPr>
          <p:cNvPr id="26" name="heartE2" descr="assets/g2_4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6191555"/>
            <a:ext cx="266700" cy="228600"/>
          </a:xfrm>
          <a:prstGeom prst="rect">
            <a:avLst/>
          </a:prstGeom>
        </p:spPr>
      </p:pic>
      <p:pic>
        <p:nvPicPr>
          <p:cNvPr id="27" name="heartE3" descr="assets/g2_4/heart_empt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2743200" y="6191555"/>
            <a:ext cx="266700" cy="228600"/>
          </a:xfrm>
          <a:prstGeom prst="rect">
            <a:avLst/>
          </a:prstGeom>
        </p:spPr>
      </p:pic>
      <p:sp>
        <p:nvSpPr>
          <p:cNvPr id="28" name="mark1"/>
          <p:cNvSpPr/>
          <p:nvPr/>
        </p:nvSpPr>
        <p:spPr>
          <a:xfrm>
            <a:off x="761695" y="6629705"/>
            <a:ext cx="304800" cy="762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9" name="mark2"/>
          <p:cNvSpPr/>
          <p:nvPr/>
        </p:nvSpPr>
        <p:spPr>
          <a:xfrm>
            <a:off x="6858000" y="6629705"/>
            <a:ext cx="304800" cy="762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0" name="timerbar"/>
          <p:cNvSpPr/>
          <p:nvPr/>
        </p:nvSpPr>
        <p:spPr>
          <a:xfrm>
            <a:off x="9521647" y="5905805"/>
            <a:ext cx="2487168" cy="13335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timetext"/>
          <p:cNvSpPr/>
          <p:nvPr/>
        </p:nvSpPr>
        <p:spPr>
          <a:xfrm>
            <a:off x="8716975" y="5871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2:00</a:t>
            </a:r>
            <a:endParaRPr lang="en-US" sz="950" dirty="0"/>
          </a:p>
        </p:txBody>
      </p:sp>
      <p:sp>
        <p:nvSpPr>
          <p:cNvPr id="32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120</a:t>
            </a:r>
            <a:endParaRPr lang="en-US" sz="800" dirty="0"/>
          </a:p>
        </p:txBody>
      </p:sp>
      <p:sp>
        <p:nvSpPr>
          <p:cNvPr id="33" name="cfgScale"/>
          <p:cNvSpPr/>
          <p:nvPr/>
        </p:nvSpPr>
        <p:spPr>
          <a:xfrm>
            <a:off x="-822960" y="4114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5C6068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9AA0AB"/>
          </a:solidFill>
          <a:ln/>
        </p:spPr>
      </p:sp>
      <p:pic>
        <p:nvPicPr>
          <p:cNvPr id="5" name="Image 0" descr="assets/text/v3k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4109575" cy="201168"/>
          </a:xfrm>
          <a:prstGeom prst="rect">
            <a:avLst/>
          </a:prstGeom>
        </p:spPr>
      </p:pic>
      <p:pic>
        <p:nvPicPr>
          <p:cNvPr id="6" name="Image 1" descr="assets/text/v3t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80160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 3.75pt · runner 1.04in · ground line thin · 1-bit ink · finale</a:t>
            </a:r>
            <a:endParaRPr lang="en-US" sz="1050" dirty="0"/>
          </a:p>
        </p:txBody>
      </p:sp>
      <p:sp>
        <p:nvSpPr>
          <p:cNvPr id="8" name="groundline"/>
          <p:cNvSpPr/>
          <p:nvPr/>
        </p:nvSpPr>
        <p:spPr>
          <a:xfrm>
            <a:off x="0" y="6553505"/>
            <a:ext cx="12191695" cy="47625"/>
          </a:xfrm>
          <a:prstGeom prst="rect">
            <a:avLst/>
          </a:prstGeom>
          <a:solidFill>
            <a:srgbClr val="1B1D22"/>
          </a:solidFill>
          <a:ln/>
        </p:spPr>
      </p:sp>
      <p:pic>
        <p:nvPicPr>
          <p:cNvPr id="9" name="cloud1" descr="assets/m1_5/clou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791380"/>
            <a:ext cx="571500" cy="238125"/>
          </a:xfrm>
          <a:prstGeom prst="rect">
            <a:avLst/>
          </a:prstGeom>
        </p:spPr>
      </p:pic>
      <p:pic>
        <p:nvPicPr>
          <p:cNvPr id="10" name="cloud2" descr="assets/m1_5/cloud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4981880"/>
            <a:ext cx="476250" cy="190500"/>
          </a:xfrm>
          <a:prstGeom prst="rect">
            <a:avLst/>
          </a:prstGeom>
        </p:spPr>
      </p:pic>
      <p:pic>
        <p:nvPicPr>
          <p:cNvPr id="11" name="scoretag" descr="assets/m1_3/scoretag_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05" y="5867705"/>
            <a:ext cx="1514475" cy="200025"/>
          </a:xfrm>
          <a:prstGeom prst="rect">
            <a:avLst/>
          </a:prstGeom>
        </p:spPr>
      </p:pic>
      <p:pic>
        <p:nvPicPr>
          <p:cNvPr id="12" name="sign1" descr="assets/m1_5/sign_coffe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743200" y="5791505"/>
            <a:ext cx="2428875" cy="762000"/>
          </a:xfrm>
          <a:prstGeom prst="rect">
            <a:avLst/>
          </a:prstGeom>
        </p:spPr>
      </p:pic>
      <p:pic>
        <p:nvPicPr>
          <p:cNvPr id="13" name="sign2" descr="assets/m1_5/sign_nocoff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743200" y="5791505"/>
            <a:ext cx="2714625" cy="762000"/>
          </a:xfrm>
          <a:prstGeom prst="rect">
            <a:avLst/>
          </a:prstGeom>
        </p:spPr>
      </p:pic>
      <p:pic>
        <p:nvPicPr>
          <p:cNvPr id="14" name="sign3" descr="assets/m1_5/sign_clos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43200" y="5791505"/>
            <a:ext cx="1857375" cy="762000"/>
          </a:xfrm>
          <a:prstGeom prst="rect">
            <a:avLst/>
          </a:prstGeom>
        </p:spPr>
      </p:pic>
      <p:pic>
        <p:nvPicPr>
          <p:cNvPr id="15" name="bush" descr="assets/m1_5/bus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743200" y="6315380"/>
            <a:ext cx="476250" cy="285750"/>
          </a:xfrm>
          <a:prstGeom prst="rect">
            <a:avLst/>
          </a:prstGeom>
        </p:spPr>
      </p:pic>
      <p:pic>
        <p:nvPicPr>
          <p:cNvPr id="16" name="cactus" descr="assets/m1_5/cactu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743200" y="6077255"/>
            <a:ext cx="381000" cy="476250"/>
          </a:xfrm>
          <a:prstGeom prst="rect">
            <a:avLst/>
          </a:prstGeom>
        </p:spPr>
      </p:pic>
      <p:pic>
        <p:nvPicPr>
          <p:cNvPr id="17" name="rock" descr="assets/m1_5/ro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315380"/>
            <a:ext cx="476250" cy="238125"/>
          </a:xfrm>
          <a:prstGeom prst="rect">
            <a:avLst/>
          </a:prstGeom>
        </p:spPr>
      </p:pic>
      <p:pic>
        <p:nvPicPr>
          <p:cNvPr id="18" name="man_runA" descr="assets/m1_5/man_run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4695" y="5601005"/>
            <a:ext cx="571500" cy="952500"/>
          </a:xfrm>
          <a:prstGeom prst="rect">
            <a:avLst/>
          </a:prstGeom>
        </p:spPr>
      </p:pic>
      <p:pic>
        <p:nvPicPr>
          <p:cNvPr id="19" name="man_runB" descr="assets/m1_5/man_run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43200" y="5601005"/>
            <a:ext cx="571500" cy="952500"/>
          </a:xfrm>
          <a:prstGeom prst="rect">
            <a:avLst/>
          </a:prstGeom>
        </p:spPr>
      </p:pic>
      <p:pic>
        <p:nvPicPr>
          <p:cNvPr id="20" name="man_jump" descr="assets/m1_5/man_jump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5601005"/>
            <a:ext cx="571500" cy="952500"/>
          </a:xfrm>
          <a:prstGeom prst="rect">
            <a:avLst/>
          </a:prstGeom>
        </p:spPr>
      </p:pic>
      <p:pic>
        <p:nvPicPr>
          <p:cNvPr id="21" name="man_idle" descr="assets/m1_5/man_idl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5601005"/>
            <a:ext cx="571500" cy="952500"/>
          </a:xfrm>
          <a:prstGeom prst="rect">
            <a:avLst/>
          </a:prstGeom>
        </p:spPr>
      </p:pic>
      <p:pic>
        <p:nvPicPr>
          <p:cNvPr id="22" name="heartF1" descr="assets/m1_5/heart_full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18190" y="6101067"/>
            <a:ext cx="333375" cy="285750"/>
          </a:xfrm>
          <a:prstGeom prst="rect">
            <a:avLst/>
          </a:prstGeom>
        </p:spPr>
      </p:pic>
      <p:pic>
        <p:nvPicPr>
          <p:cNvPr id="23" name="heartF2" descr="assets/m1_5/heart_ful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46815" y="6101067"/>
            <a:ext cx="333375" cy="285750"/>
          </a:xfrm>
          <a:prstGeom prst="rect">
            <a:avLst/>
          </a:prstGeom>
        </p:spPr>
      </p:pic>
      <p:pic>
        <p:nvPicPr>
          <p:cNvPr id="24" name="heartF3" descr="assets/m1_5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675440" y="6101067"/>
            <a:ext cx="333375" cy="285750"/>
          </a:xfrm>
          <a:prstGeom prst="rect">
            <a:avLst/>
          </a:prstGeom>
        </p:spPr>
      </p:pic>
      <p:pic>
        <p:nvPicPr>
          <p:cNvPr id="25" name="heartE1" descr="assets/m1_5/heart_empt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2743200" y="6101067"/>
            <a:ext cx="333375" cy="285750"/>
          </a:xfrm>
          <a:prstGeom prst="rect">
            <a:avLst/>
          </a:prstGeom>
        </p:spPr>
      </p:pic>
      <p:pic>
        <p:nvPicPr>
          <p:cNvPr id="26" name="heartE2" descr="assets/m1_5/heart_empt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2743200" y="6101067"/>
            <a:ext cx="333375" cy="285750"/>
          </a:xfrm>
          <a:prstGeom prst="rect">
            <a:avLst/>
          </a:prstGeom>
        </p:spPr>
      </p:pic>
      <p:pic>
        <p:nvPicPr>
          <p:cNvPr id="27" name="heartE3" descr="assets/m1_5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6101067"/>
            <a:ext cx="333375" cy="285750"/>
          </a:xfrm>
          <a:prstGeom prst="rect">
            <a:avLst/>
          </a:prstGeom>
        </p:spPr>
      </p:pic>
      <p:sp>
        <p:nvSpPr>
          <p:cNvPr id="28" name="mark1"/>
          <p:cNvSpPr/>
          <p:nvPr/>
        </p:nvSpPr>
        <p:spPr>
          <a:xfrm>
            <a:off x="761695" y="6648755"/>
            <a:ext cx="381000" cy="9525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9" name="mark2"/>
          <p:cNvSpPr/>
          <p:nvPr/>
        </p:nvSpPr>
        <p:spPr>
          <a:xfrm>
            <a:off x="6858000" y="6648755"/>
            <a:ext cx="381000" cy="9525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0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31" name="cfgScale"/>
          <p:cNvSpPr/>
          <p:nvPr/>
        </p:nvSpPr>
        <p:spPr>
          <a:xfrm>
            <a:off x="-822960" y="4114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3.75</a:t>
            </a:r>
            <a:endParaRPr lang="en-US" sz="800" dirty="0"/>
          </a:p>
        </p:txBody>
      </p:sp>
      <p:pic>
        <p:nvPicPr>
          <p:cNvPr id="32" name="machine" descr="assets/m1_5/machine_off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09760" y="5505755"/>
            <a:ext cx="952500" cy="1047750"/>
          </a:xfrm>
          <a:prstGeom prst="rect">
            <a:avLst/>
          </a:prstGeom>
        </p:spPr>
      </p:pic>
      <p:pic>
        <p:nvPicPr>
          <p:cNvPr id="33" name="machine_on" descr="assets/m1_5/machine_on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-2743200" y="5505755"/>
            <a:ext cx="952500" cy="1047750"/>
          </a:xfrm>
          <a:prstGeom prst="rect">
            <a:avLst/>
          </a:prstGeom>
        </p:spPr>
      </p:pic>
      <p:pic>
        <p:nvPicPr>
          <p:cNvPr id="34" name="machine_done" descr="assets/m1_5/machine_don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-2743200" y="5505755"/>
            <a:ext cx="952500" cy="1047750"/>
          </a:xfrm>
          <a:prstGeom prst="rect">
            <a:avLst/>
          </a:prstGeom>
        </p:spPr>
      </p:pic>
      <p:pic>
        <p:nvPicPr>
          <p:cNvPr id="35" name="steam" descr="assets/m1_5/steam1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-2743200" y="5267630"/>
            <a:ext cx="238125" cy="238125"/>
          </a:xfrm>
          <a:prstGeom prst="rect">
            <a:avLst/>
          </a:prstGeom>
        </p:spPr>
      </p:pic>
      <p:pic>
        <p:nvPicPr>
          <p:cNvPr id="36" name="steam2" descr="assets/m1_5/steam2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-2743200" y="5267630"/>
            <a:ext cx="238125" cy="238125"/>
          </a:xfrm>
          <a:prstGeom prst="rect">
            <a:avLst/>
          </a:prstGeom>
        </p:spPr>
      </p:pic>
      <p:pic>
        <p:nvPicPr>
          <p:cNvPr id="37" name="coffeetext" descr="assets/m1_5/coffee_acquir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-8934450" y="4362755"/>
            <a:ext cx="8477250" cy="666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nano-super — coffee quest size lab (v3)</dc:title>
  <dc:subject>PptxGenJS Presentation</dc:subject>
  <dc:creator>aryan-rajoria</dc:creator>
  <cp:lastModifiedBy>aryan-rajoria</cp:lastModifiedBy>
  <cp:revision>1</cp:revision>
  <dcterms:created xsi:type="dcterms:W3CDTF">2026-10-11T06:42:55Z</dcterms:created>
  <dcterms:modified xsi:type="dcterms:W3CDTF">2026-10-11T06:42:55Z</dcterms:modified>
</cp:coreProperties>
</file>