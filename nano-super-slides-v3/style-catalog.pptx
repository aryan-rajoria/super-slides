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STYLE CATALOG 1/3 — runner art styles, ink-only (INK 1B1D22 + transparent). Ten styles × three frames each (idle, runA, runB; runA = left leg forward, runB = right). Reply with a runner number (e.g. “r04” or just “4”); the compact deck builds around that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STYLE CATALOG 2/3 — coffee machine styles. Colored is allowed now: every machine uses the catalog palette (ink, blue, green, amber, red, brown, gold, wood, metal) with ink outlines on each part. Reply with a machine number (e.g. “m02” or just “2”).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STYLE CATALOG 3/3 — treasure chest styles. The ink variant is the game-ready 1-bit look; the colored variant is shown for comparison. c01–c04 also show their open pairs (lid raised, gold coins); c07 is the mini 1-bit silhouette; c08 is open by design. Reply with a chest number (e.g. “c06” or just “6”).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kicker" descr="assets/catalog/text/t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772025" cy="200025"/>
          </a:xfrm>
          <a:prstGeom prst="rect">
            <a:avLst/>
          </a:prstGeom>
        </p:spPr>
      </p:pic>
      <p:pic>
        <p:nvPicPr>
          <p:cNvPr id="6" name="title" descr="assets/catalog/text/tt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27146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reply with a runner number — the compact deck builds around it</a:t>
            </a:r>
            <a:endParaRPr lang="en-US" sz="1050" dirty="0"/>
          </a:p>
        </p:txBody>
      </p:sp>
      <p:pic>
        <p:nvPicPr>
          <p:cNvPr id="9" name="r01_idle" descr="assets/catalog/run/r01_id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8" y="2130362"/>
            <a:ext cx="495300" cy="609600"/>
          </a:xfrm>
          <a:prstGeom prst="rect">
            <a:avLst/>
          </a:prstGeom>
        </p:spPr>
      </p:pic>
      <p:pic>
        <p:nvPicPr>
          <p:cNvPr id="10" name="r01_runA" descr="assets/catalog/run/r01_run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856" y="2130362"/>
            <a:ext cx="495300" cy="609600"/>
          </a:xfrm>
          <a:prstGeom prst="rect">
            <a:avLst/>
          </a:prstGeom>
        </p:spPr>
      </p:pic>
      <p:pic>
        <p:nvPicPr>
          <p:cNvPr id="11" name="r01_runB" descr="assets/catalog/run/r01_run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8884" y="2130362"/>
            <a:ext cx="495300" cy="609600"/>
          </a:xfrm>
          <a:prstGeom prst="rect">
            <a:avLst/>
          </a:prstGeom>
        </p:spPr>
      </p:pic>
      <p:pic>
        <p:nvPicPr>
          <p:cNvPr id="12" name="lr01" descr="assets/catalog/text/lr0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368" y="2813114"/>
            <a:ext cx="2200275" cy="200025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30352" y="30588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 head, pumping arms, scissor legs</a:t>
            </a:r>
            <a:endParaRPr lang="en-US" sz="800" dirty="0"/>
          </a:p>
        </p:txBody>
      </p:sp>
      <p:pic>
        <p:nvPicPr>
          <p:cNvPr id="14" name="r02_idle" descr="assets/catalog/run/r02_id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5999" y="2130362"/>
            <a:ext cx="495300" cy="609600"/>
          </a:xfrm>
          <a:prstGeom prst="rect">
            <a:avLst/>
          </a:prstGeom>
        </p:spPr>
      </p:pic>
      <p:pic>
        <p:nvPicPr>
          <p:cNvPr id="15" name="r02_runA" descr="assets/catalog/run/r02_run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027" y="2130362"/>
            <a:ext cx="495300" cy="609600"/>
          </a:xfrm>
          <a:prstGeom prst="rect">
            <a:avLst/>
          </a:prstGeom>
        </p:spPr>
      </p:pic>
      <p:pic>
        <p:nvPicPr>
          <p:cNvPr id="16" name="r02_runB" descr="assets/catalog/run/r02_runB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6055" y="2130362"/>
            <a:ext cx="495300" cy="609600"/>
          </a:xfrm>
          <a:prstGeom prst="rect">
            <a:avLst/>
          </a:prstGeom>
        </p:spPr>
      </p:pic>
      <p:pic>
        <p:nvPicPr>
          <p:cNvPr id="17" name="lr02" descr="assets/catalog/text/lr0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5714" y="2813114"/>
            <a:ext cx="1685925" cy="200025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>
            <a:off x="2767523" y="30588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leaning torso, speed lines</a:t>
            </a:r>
            <a:endParaRPr lang="en-US" sz="800" dirty="0"/>
          </a:p>
        </p:txBody>
      </p:sp>
      <p:pic>
        <p:nvPicPr>
          <p:cNvPr id="19" name="r03_idle" descr="assets/catalog/run/r03_id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3170" y="2130362"/>
            <a:ext cx="495300" cy="609600"/>
          </a:xfrm>
          <a:prstGeom prst="rect">
            <a:avLst/>
          </a:prstGeom>
        </p:spPr>
      </p:pic>
      <p:pic>
        <p:nvPicPr>
          <p:cNvPr id="20" name="r03_runA" descr="assets/catalog/run/r03_run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8198" y="2130362"/>
            <a:ext cx="495300" cy="609600"/>
          </a:xfrm>
          <a:prstGeom prst="rect">
            <a:avLst/>
          </a:prstGeom>
        </p:spPr>
      </p:pic>
      <p:pic>
        <p:nvPicPr>
          <p:cNvPr id="21" name="r03_runB" descr="assets/catalog/run/r03_run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3226" y="2130362"/>
            <a:ext cx="495300" cy="609600"/>
          </a:xfrm>
          <a:prstGeom prst="rect">
            <a:avLst/>
          </a:prstGeom>
        </p:spPr>
      </p:pic>
      <p:pic>
        <p:nvPicPr>
          <p:cNvPr id="22" name="lr03" descr="assets/catalog/text/lr03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2885" y="2813114"/>
            <a:ext cx="1685925" cy="200025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>
            <a:off x="5004694" y="30588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 stick + coffee to go</a:t>
            </a:r>
            <a:endParaRPr lang="en-US" sz="800" dirty="0"/>
          </a:p>
        </p:txBody>
      </p:sp>
      <p:pic>
        <p:nvPicPr>
          <p:cNvPr id="24" name="r04_idle" descr="assets/catalog/run/r04_idl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0341" y="2130362"/>
            <a:ext cx="495300" cy="609600"/>
          </a:xfrm>
          <a:prstGeom prst="rect">
            <a:avLst/>
          </a:prstGeom>
        </p:spPr>
      </p:pic>
      <p:pic>
        <p:nvPicPr>
          <p:cNvPr id="25" name="r04_runA" descr="assets/catalog/run/r04_runA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85369" y="2130362"/>
            <a:ext cx="495300" cy="609600"/>
          </a:xfrm>
          <a:prstGeom prst="rect">
            <a:avLst/>
          </a:prstGeom>
        </p:spPr>
      </p:pic>
      <p:pic>
        <p:nvPicPr>
          <p:cNvPr id="26" name="r04_runB" descr="assets/catalog/run/r04_runB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90397" y="2130362"/>
            <a:ext cx="495300" cy="609600"/>
          </a:xfrm>
          <a:prstGeom prst="rect">
            <a:avLst/>
          </a:prstGeom>
        </p:spPr>
      </p:pic>
      <p:pic>
        <p:nvPicPr>
          <p:cNvPr id="27" name="lr04" descr="assets/catalog/text/lr04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0056" y="2813114"/>
            <a:ext cx="1685925" cy="200025"/>
          </a:xfrm>
          <a:prstGeom prst="rect">
            <a:avLst/>
          </a:prstGeom>
        </p:spPr>
      </p:pic>
      <p:sp>
        <p:nvSpPr>
          <p:cNvPr id="28" name="Text 7"/>
          <p:cNvSpPr/>
          <p:nvPr/>
        </p:nvSpPr>
        <p:spPr>
          <a:xfrm>
            <a:off x="7241865" y="30588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degree lean, trailing scarf</a:t>
            </a:r>
            <a:endParaRPr lang="en-US" sz="800" dirty="0"/>
          </a:p>
        </p:txBody>
      </p:sp>
      <p:pic>
        <p:nvPicPr>
          <p:cNvPr id="29" name="r05_idle" descr="assets/catalog/run/r05_idl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7512" y="2130362"/>
            <a:ext cx="495300" cy="609600"/>
          </a:xfrm>
          <a:prstGeom prst="rect">
            <a:avLst/>
          </a:prstGeom>
        </p:spPr>
      </p:pic>
      <p:pic>
        <p:nvPicPr>
          <p:cNvPr id="30" name="r05_runA" descr="assets/catalog/run/r05_runA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22540" y="2130362"/>
            <a:ext cx="495300" cy="609600"/>
          </a:xfrm>
          <a:prstGeom prst="rect">
            <a:avLst/>
          </a:prstGeom>
        </p:spPr>
      </p:pic>
      <p:pic>
        <p:nvPicPr>
          <p:cNvPr id="31" name="r05_runB" descr="assets/catalog/run/r05_runB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27568" y="2130362"/>
            <a:ext cx="495300" cy="609600"/>
          </a:xfrm>
          <a:prstGeom prst="rect">
            <a:avLst/>
          </a:prstGeom>
        </p:spPr>
      </p:pic>
      <p:pic>
        <p:nvPicPr>
          <p:cNvPr id="32" name="lr05" descr="assets/catalog/text/lr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70127" y="2813114"/>
            <a:ext cx="1000125" cy="200025"/>
          </a:xfrm>
          <a:prstGeom prst="rect">
            <a:avLst/>
          </a:prstGeom>
        </p:spPr>
      </p:pic>
      <p:sp>
        <p:nvSpPr>
          <p:cNvPr id="33" name="Text 8"/>
          <p:cNvSpPr/>
          <p:nvPr/>
        </p:nvSpPr>
        <p:spPr>
          <a:xfrm>
            <a:off x="9479036" y="30588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angles only, pixel robot</a:t>
            </a:r>
            <a:endParaRPr lang="en-US" sz="800" dirty="0"/>
          </a:p>
        </p:txBody>
      </p:sp>
      <p:pic>
        <p:nvPicPr>
          <p:cNvPr id="34" name="r06_idle" descr="assets/catalog/run/r06_idl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8828" y="4759262"/>
            <a:ext cx="495300" cy="609600"/>
          </a:xfrm>
          <a:prstGeom prst="rect">
            <a:avLst/>
          </a:prstGeom>
        </p:spPr>
      </p:pic>
      <p:pic>
        <p:nvPicPr>
          <p:cNvPr id="35" name="r06_runA" descr="assets/catalog/run/r06_runA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73856" y="4759262"/>
            <a:ext cx="495300" cy="609600"/>
          </a:xfrm>
          <a:prstGeom prst="rect">
            <a:avLst/>
          </a:prstGeom>
        </p:spPr>
      </p:pic>
      <p:pic>
        <p:nvPicPr>
          <p:cNvPr id="36" name="r06_runB" descr="assets/catalog/run/r06_runB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78884" y="4759262"/>
            <a:ext cx="495300" cy="609600"/>
          </a:xfrm>
          <a:prstGeom prst="rect">
            <a:avLst/>
          </a:prstGeom>
        </p:spPr>
      </p:pic>
      <p:pic>
        <p:nvPicPr>
          <p:cNvPr id="37" name="lr06" descr="assets/catalog/text/lr06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64268" y="5442014"/>
            <a:ext cx="1514475" cy="200025"/>
          </a:xfrm>
          <a:prstGeom prst="rect">
            <a:avLst/>
          </a:prstGeom>
        </p:spPr>
      </p:pic>
      <p:sp>
        <p:nvSpPr>
          <p:cNvPr id="38" name="Text 9"/>
          <p:cNvSpPr/>
          <p:nvPr/>
        </p:nvSpPr>
        <p:spPr>
          <a:xfrm>
            <a:off x="530352" y="56877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 silhouette, dino style</a:t>
            </a:r>
            <a:endParaRPr lang="en-US" sz="800" dirty="0"/>
          </a:p>
        </p:txBody>
      </p:sp>
      <p:pic>
        <p:nvPicPr>
          <p:cNvPr id="39" name="r07_idle" descr="assets/catalog/run/r07_idle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005999" y="4759262"/>
            <a:ext cx="495300" cy="609600"/>
          </a:xfrm>
          <a:prstGeom prst="rect">
            <a:avLst/>
          </a:prstGeom>
        </p:spPr>
      </p:pic>
      <p:pic>
        <p:nvPicPr>
          <p:cNvPr id="40" name="r07_runA" descr="assets/catalog/run/r07_runA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11027" y="4759262"/>
            <a:ext cx="495300" cy="609600"/>
          </a:xfrm>
          <a:prstGeom prst="rect">
            <a:avLst/>
          </a:prstGeom>
        </p:spPr>
      </p:pic>
      <p:pic>
        <p:nvPicPr>
          <p:cNvPr id="41" name="r07_runB" descr="assets/catalog/run/r07_runB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216055" y="4759262"/>
            <a:ext cx="495300" cy="609600"/>
          </a:xfrm>
          <a:prstGeom prst="rect">
            <a:avLst/>
          </a:prstGeom>
        </p:spPr>
      </p:pic>
      <p:pic>
        <p:nvPicPr>
          <p:cNvPr id="42" name="lr07" descr="assets/catalog/text/lr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58614" y="5442014"/>
            <a:ext cx="1000125" cy="200025"/>
          </a:xfrm>
          <a:prstGeom prst="rect">
            <a:avLst/>
          </a:prstGeom>
        </p:spPr>
      </p:pic>
      <p:sp>
        <p:nvSpPr>
          <p:cNvPr id="43" name="Text 10"/>
          <p:cNvSpPr/>
          <p:nvPr/>
        </p:nvSpPr>
        <p:spPr>
          <a:xfrm>
            <a:off x="2767523" y="56877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outline-only silhouette</a:t>
            </a:r>
            <a:endParaRPr lang="en-US" sz="800" dirty="0"/>
          </a:p>
        </p:txBody>
      </p:sp>
      <p:pic>
        <p:nvPicPr>
          <p:cNvPr id="44" name="r08_idle" descr="assets/catalog/run/r08_idle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43170" y="4759262"/>
            <a:ext cx="495300" cy="609600"/>
          </a:xfrm>
          <a:prstGeom prst="rect">
            <a:avLst/>
          </a:prstGeom>
        </p:spPr>
      </p:pic>
      <p:pic>
        <p:nvPicPr>
          <p:cNvPr id="45" name="r08_runA" descr="assets/catalog/run/r08_runA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848198" y="4759262"/>
            <a:ext cx="495300" cy="609600"/>
          </a:xfrm>
          <a:prstGeom prst="rect">
            <a:avLst/>
          </a:prstGeom>
        </p:spPr>
      </p:pic>
      <p:pic>
        <p:nvPicPr>
          <p:cNvPr id="46" name="r08_runB" descr="assets/catalog/run/r08_runB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53226" y="4759262"/>
            <a:ext cx="495300" cy="609600"/>
          </a:xfrm>
          <a:prstGeom prst="rect">
            <a:avLst/>
          </a:prstGeom>
        </p:spPr>
      </p:pic>
      <p:pic>
        <p:nvPicPr>
          <p:cNvPr id="47" name="lr08" descr="assets/catalog/text/lr08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38610" y="5442014"/>
            <a:ext cx="1514475" cy="200025"/>
          </a:xfrm>
          <a:prstGeom prst="rect">
            <a:avLst/>
          </a:prstGeom>
        </p:spPr>
      </p:pic>
      <p:sp>
        <p:nvSpPr>
          <p:cNvPr id="48" name="Text 11"/>
          <p:cNvSpPr/>
          <p:nvPr/>
        </p:nvSpPr>
        <p:spPr>
          <a:xfrm>
            <a:off x="5004694" y="56877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 strokes, 8-bit</a:t>
            </a:r>
            <a:endParaRPr lang="en-US" sz="800" dirty="0"/>
          </a:p>
        </p:txBody>
      </p:sp>
      <p:pic>
        <p:nvPicPr>
          <p:cNvPr id="49" name="r09_idle" descr="assets/catalog/run/r09_idl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80341" y="4759262"/>
            <a:ext cx="495300" cy="609600"/>
          </a:xfrm>
          <a:prstGeom prst="rect">
            <a:avLst/>
          </a:prstGeom>
        </p:spPr>
      </p:pic>
      <p:pic>
        <p:nvPicPr>
          <p:cNvPr id="50" name="r09_runA" descr="assets/catalog/run/r09_runA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085369" y="4759262"/>
            <a:ext cx="495300" cy="609600"/>
          </a:xfrm>
          <a:prstGeom prst="rect">
            <a:avLst/>
          </a:prstGeom>
        </p:spPr>
      </p:pic>
      <p:pic>
        <p:nvPicPr>
          <p:cNvPr id="51" name="r09_runB" descr="assets/catalog/run/r09_runB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690397" y="4759262"/>
            <a:ext cx="495300" cy="609600"/>
          </a:xfrm>
          <a:prstGeom prst="rect">
            <a:avLst/>
          </a:prstGeom>
        </p:spPr>
      </p:pic>
      <p:pic>
        <p:nvPicPr>
          <p:cNvPr id="52" name="lr09" descr="assets/catalog/text/lr09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75781" y="5442014"/>
            <a:ext cx="1514475" cy="200025"/>
          </a:xfrm>
          <a:prstGeom prst="rect">
            <a:avLst/>
          </a:prstGeom>
        </p:spPr>
      </p:pic>
      <p:sp>
        <p:nvSpPr>
          <p:cNvPr id="53" name="Text 12"/>
          <p:cNvSpPr/>
          <p:nvPr/>
        </p:nvSpPr>
        <p:spPr>
          <a:xfrm>
            <a:off x="7241865" y="56877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triangle torso, rect limbs</a:t>
            </a:r>
            <a:endParaRPr lang="en-US" sz="800" dirty="0"/>
          </a:p>
        </p:txBody>
      </p:sp>
      <p:pic>
        <p:nvPicPr>
          <p:cNvPr id="54" name="r10_idle" descr="assets/catalog/run/r10_idle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717512" y="4759262"/>
            <a:ext cx="495300" cy="609600"/>
          </a:xfrm>
          <a:prstGeom prst="rect">
            <a:avLst/>
          </a:prstGeom>
        </p:spPr>
      </p:pic>
      <p:pic>
        <p:nvPicPr>
          <p:cNvPr id="55" name="r10_runA" descr="assets/catalog/run/r10_runA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322540" y="4759262"/>
            <a:ext cx="495300" cy="609600"/>
          </a:xfrm>
          <a:prstGeom prst="rect">
            <a:avLst/>
          </a:prstGeom>
        </p:spPr>
      </p:pic>
      <p:pic>
        <p:nvPicPr>
          <p:cNvPr id="56" name="r10_runB" descr="assets/catalog/run/r10_runB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927568" y="4759262"/>
            <a:ext cx="495300" cy="609600"/>
          </a:xfrm>
          <a:prstGeom prst="rect">
            <a:avLst/>
          </a:prstGeom>
        </p:spPr>
      </p:pic>
      <p:pic>
        <p:nvPicPr>
          <p:cNvPr id="57" name="lr10" descr="assets/catalog/text/lr10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070127" y="5442014"/>
            <a:ext cx="1000125" cy="200025"/>
          </a:xfrm>
          <a:prstGeom prst="rect">
            <a:avLst/>
          </a:prstGeom>
        </p:spPr>
      </p:pic>
      <p:sp>
        <p:nvSpPr>
          <p:cNvPr id="58" name="Text 13"/>
          <p:cNvSpPr/>
          <p:nvPr/>
        </p:nvSpPr>
        <p:spPr>
          <a:xfrm>
            <a:off x="9479036" y="5687759"/>
            <a:ext cx="21823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 ink, white face detail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kicker" descr="assets/catalog/text/t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772025" cy="200025"/>
          </a:xfrm>
          <a:prstGeom prst="rect">
            <a:avLst/>
          </a:prstGeom>
        </p:spPr>
      </p:pic>
      <p:pic>
        <p:nvPicPr>
          <p:cNvPr id="6" name="title" descr="assets/catalog/text/tt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288607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colored is allowed now — reply with a machine number</a:t>
            </a:r>
            <a:endParaRPr lang="en-US" sz="1050" dirty="0"/>
          </a:p>
        </p:txBody>
      </p:sp>
      <p:pic>
        <p:nvPicPr>
          <p:cNvPr id="9" name="m01" descr="assets/catalog/machine/m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52" y="1930718"/>
            <a:ext cx="762000" cy="990600"/>
          </a:xfrm>
          <a:prstGeom prst="rect">
            <a:avLst/>
          </a:prstGeom>
        </p:spPr>
      </p:pic>
      <p:pic>
        <p:nvPicPr>
          <p:cNvPr id="10" name="lm01" descr="assets/catalog/text/lm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39" y="3012757"/>
            <a:ext cx="2028825" cy="2000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30352" y="325850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hopper, window, carafe</a:t>
            </a:r>
            <a:endParaRPr lang="en-US" sz="800" dirty="0"/>
          </a:p>
        </p:txBody>
      </p:sp>
      <p:pic>
        <p:nvPicPr>
          <p:cNvPr id="12" name="m02" descr="assets/catalog/machine/m0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716" y="2045018"/>
            <a:ext cx="685800" cy="762000"/>
          </a:xfrm>
          <a:prstGeom prst="rect">
            <a:avLst/>
          </a:prstGeom>
        </p:spPr>
      </p:pic>
      <p:pic>
        <p:nvPicPr>
          <p:cNvPr id="13" name="lm02" descr="assets/catalog/text/lm0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203" y="2898457"/>
            <a:ext cx="2028825" cy="20002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3326816" y="314420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portafilter, gauge, wand</a:t>
            </a:r>
            <a:endParaRPr lang="en-US" sz="800" dirty="0"/>
          </a:p>
        </p:txBody>
      </p:sp>
      <p:pic>
        <p:nvPicPr>
          <p:cNvPr id="15" name="m03" descr="assets/catalog/machine/m0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9280" y="1854518"/>
            <a:ext cx="609600" cy="1143000"/>
          </a:xfrm>
          <a:prstGeom prst="rect">
            <a:avLst/>
          </a:prstGeom>
        </p:spPr>
      </p:pic>
      <p:pic>
        <p:nvPicPr>
          <p:cNvPr id="16" name="lm03" descr="assets/catalog/text/lm0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9667" y="3088958"/>
            <a:ext cx="2028825" cy="200025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6123280" y="3334703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window, buttons, cup slot</a:t>
            </a:r>
            <a:endParaRPr lang="en-US" sz="800" dirty="0"/>
          </a:p>
        </p:txBody>
      </p:sp>
      <p:pic>
        <p:nvPicPr>
          <p:cNvPr id="18" name="m04" descr="assets/catalog/machine/m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3843" y="1987868"/>
            <a:ext cx="533400" cy="876300"/>
          </a:xfrm>
          <a:prstGeom prst="rect">
            <a:avLst/>
          </a:prstGeom>
        </p:spPr>
      </p:pic>
      <p:pic>
        <p:nvPicPr>
          <p:cNvPr id="19" name="lm04" descr="assets/catalog/text/lm0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031" y="2955607"/>
            <a:ext cx="1343025" cy="200025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8919743" y="320135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stovetop octagon</a:t>
            </a:r>
            <a:endParaRPr lang="en-US" sz="800" dirty="0"/>
          </a:p>
        </p:txBody>
      </p:sp>
      <p:pic>
        <p:nvPicPr>
          <p:cNvPr id="21" name="m05" descr="assets/catalog/machine/m05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6352" y="4559618"/>
            <a:ext cx="609600" cy="990600"/>
          </a:xfrm>
          <a:prstGeom prst="rect">
            <a:avLst/>
          </a:prstGeom>
        </p:spPr>
      </p:pic>
      <p:pic>
        <p:nvPicPr>
          <p:cNvPr id="22" name="lm05" descr="assets/catalog/text/lm05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914" y="5641657"/>
            <a:ext cx="1514475" cy="200025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530352" y="588740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stand, cone, carafe</a:t>
            </a:r>
            <a:endParaRPr lang="en-US" sz="800" dirty="0"/>
          </a:p>
        </p:txBody>
      </p:sp>
      <p:pic>
        <p:nvPicPr>
          <p:cNvPr id="24" name="m06" descr="assets/catalog/machine/m06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69016" y="4616768"/>
            <a:ext cx="457200" cy="876300"/>
          </a:xfrm>
          <a:prstGeom prst="rect">
            <a:avLst/>
          </a:prstGeom>
        </p:spPr>
      </p:pic>
      <p:pic>
        <p:nvPicPr>
          <p:cNvPr id="25" name="lm06" descr="assets/catalog/text/lm06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83203" y="5584507"/>
            <a:ext cx="2028825" cy="200025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3326816" y="583025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cylinder + plunger</a:t>
            </a:r>
            <a:endParaRPr lang="en-US" sz="800" dirty="0"/>
          </a:p>
        </p:txBody>
      </p:sp>
      <p:pic>
        <p:nvPicPr>
          <p:cNvPr id="27" name="m07" descr="assets/catalog/machine/m07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03580" y="4521518"/>
            <a:ext cx="381000" cy="1066800"/>
          </a:xfrm>
          <a:prstGeom prst="rect">
            <a:avLst/>
          </a:prstGeom>
        </p:spPr>
      </p:pic>
      <p:pic>
        <p:nvPicPr>
          <p:cNvPr id="28" name="lm07" descr="assets/catalog/text/lm07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3942" y="5679758"/>
            <a:ext cx="2200275" cy="200025"/>
          </a:xfrm>
          <a:prstGeom prst="rect">
            <a:avLst/>
          </a:prstGeom>
        </p:spPr>
      </p:pic>
      <p:sp>
        <p:nvSpPr>
          <p:cNvPr id="29" name="Text 10"/>
          <p:cNvSpPr/>
          <p:nvPr/>
        </p:nvSpPr>
        <p:spPr>
          <a:xfrm>
            <a:off x="6123280" y="592550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slim tower, capsule drawer</a:t>
            </a:r>
            <a:endParaRPr lang="en-US" sz="800" dirty="0"/>
          </a:p>
        </p:txBody>
      </p:sp>
      <p:pic>
        <p:nvPicPr>
          <p:cNvPr id="30" name="m08" descr="assets/catalog/machine/m08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33343" y="4540568"/>
            <a:ext cx="914400" cy="1028700"/>
          </a:xfrm>
          <a:prstGeom prst="rect">
            <a:avLst/>
          </a:prstGeom>
        </p:spPr>
      </p:pic>
      <p:pic>
        <p:nvPicPr>
          <p:cNvPr id="31" name="lm08" descr="assets/catalog/text/lm08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61856" y="5660708"/>
            <a:ext cx="1857375" cy="200025"/>
          </a:xfrm>
          <a:prstGeom prst="rect">
            <a:avLst/>
          </a:prstGeom>
        </p:spPr>
      </p:pic>
      <p:sp>
        <p:nvSpPr>
          <p:cNvPr id="32" name="Text 11"/>
          <p:cNvSpPr/>
          <p:nvPr/>
        </p:nvSpPr>
        <p:spPr>
          <a:xfrm>
            <a:off x="8919743" y="5906453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taps, big hopper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384048"/>
            <a:ext cx="128016" cy="128016"/>
          </a:xfrm>
          <a:prstGeom prst="rect">
            <a:avLst/>
          </a:prstGeom>
          <a:solidFill>
            <a:srgbClr val="1B1D22"/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384048"/>
            <a:ext cx="128016" cy="128016"/>
          </a:xfrm>
          <a:prstGeom prst="rect">
            <a:avLst/>
          </a:prstGeom>
          <a:solidFill>
            <a:srgbClr val="5C6068"/>
          </a:solidFill>
          <a:ln/>
        </p:spPr>
      </p:sp>
      <p:sp>
        <p:nvSpPr>
          <p:cNvPr id="4" name="Shape 2"/>
          <p:cNvSpPr/>
          <p:nvPr/>
        </p:nvSpPr>
        <p:spPr>
          <a:xfrm>
            <a:off x="11137392" y="539496"/>
            <a:ext cx="128016" cy="128016"/>
          </a:xfrm>
          <a:prstGeom prst="rect">
            <a:avLst/>
          </a:prstGeom>
          <a:solidFill>
            <a:srgbClr val="9AA0AB"/>
          </a:solidFill>
          <a:ln/>
        </p:spPr>
      </p:sp>
      <p:pic>
        <p:nvPicPr>
          <p:cNvPr id="5" name="kicker" descr="assets/catalog/text/t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02336"/>
            <a:ext cx="4772025" cy="200025"/>
          </a:xfrm>
          <a:prstGeom prst="rect">
            <a:avLst/>
          </a:prstGeom>
        </p:spPr>
      </p:pic>
      <p:pic>
        <p:nvPicPr>
          <p:cNvPr id="6" name="title" descr="assets/catalog/text/tt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58368"/>
            <a:ext cx="254317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1280160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= game-ready, colored for comparison — reply with a chest number</a:t>
            </a:r>
            <a:endParaRPr lang="en-US" sz="1050" dirty="0"/>
          </a:p>
        </p:txBody>
      </p:sp>
      <p:pic>
        <p:nvPicPr>
          <p:cNvPr id="9" name="c01_ink" descr="assets/catalog/chest/c01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972" y="1755458"/>
            <a:ext cx="609600" cy="457200"/>
          </a:xfrm>
          <a:prstGeom prst="rect">
            <a:avLst/>
          </a:prstGeom>
        </p:spPr>
      </p:pic>
      <p:pic>
        <p:nvPicPr>
          <p:cNvPr id="10" name="c01_col" descr="assets/catalog/chest/c01_c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732" y="1755458"/>
            <a:ext cx="609600" cy="457200"/>
          </a:xfrm>
          <a:prstGeom prst="rect">
            <a:avLst/>
          </a:prstGeom>
        </p:spPr>
      </p:pic>
      <p:pic>
        <p:nvPicPr>
          <p:cNvPr id="11" name="c01_ink_open" descr="assets/catalog/chest/c01_ink_op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972" y="2322386"/>
            <a:ext cx="609600" cy="609600"/>
          </a:xfrm>
          <a:prstGeom prst="rect">
            <a:avLst/>
          </a:prstGeom>
        </p:spPr>
      </p:pic>
      <p:pic>
        <p:nvPicPr>
          <p:cNvPr id="12" name="c01_col_open" descr="assets/catalog/chest/c01_col_op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732" y="2322386"/>
            <a:ext cx="609600" cy="60960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30352" y="2986849"/>
            <a:ext cx="274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· COLORED</a:t>
            </a:r>
            <a:endParaRPr lang="en-US" sz="800" dirty="0"/>
          </a:p>
        </p:txBody>
      </p:sp>
      <p:pic>
        <p:nvPicPr>
          <p:cNvPr id="14" name="lc01" descr="assets/catalog/text/lc0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364" y="3188018"/>
            <a:ext cx="1171575" cy="200025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30352" y="343376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wood + gold bands, arc lid</a:t>
            </a:r>
            <a:endParaRPr lang="en-US" sz="800" dirty="0"/>
          </a:p>
        </p:txBody>
      </p:sp>
      <p:pic>
        <p:nvPicPr>
          <p:cNvPr id="16" name="c02_ink" descr="assets/catalog/chest/c02_in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9436" y="1755458"/>
            <a:ext cx="609600" cy="457200"/>
          </a:xfrm>
          <a:prstGeom prst="rect">
            <a:avLst/>
          </a:prstGeom>
        </p:spPr>
      </p:pic>
      <p:pic>
        <p:nvPicPr>
          <p:cNvPr id="17" name="c02_col" descr="assets/catalog/chest/c02_co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6196" y="1755458"/>
            <a:ext cx="609600" cy="457200"/>
          </a:xfrm>
          <a:prstGeom prst="rect">
            <a:avLst/>
          </a:prstGeom>
        </p:spPr>
      </p:pic>
      <p:pic>
        <p:nvPicPr>
          <p:cNvPr id="18" name="c02_ink_open" descr="assets/catalog/chest/c02_ink_ope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9436" y="2322386"/>
            <a:ext cx="609600" cy="609600"/>
          </a:xfrm>
          <a:prstGeom prst="rect">
            <a:avLst/>
          </a:prstGeom>
        </p:spPr>
      </p:pic>
      <p:pic>
        <p:nvPicPr>
          <p:cNvPr id="19" name="c02_col_open" descr="assets/catalog/chest/c02_col_op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6196" y="2322386"/>
            <a:ext cx="609600" cy="609600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3326816" y="2986849"/>
            <a:ext cx="274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· COLORED</a:t>
            </a:r>
            <a:endParaRPr lang="en-US" sz="800" dirty="0"/>
          </a:p>
        </p:txBody>
      </p:sp>
      <p:pic>
        <p:nvPicPr>
          <p:cNvPr id="21" name="lc02" descr="assets/catalog/text/lc0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83203" y="3188018"/>
            <a:ext cx="2028825" cy="200025"/>
          </a:xfrm>
          <a:prstGeom prst="rect">
            <a:avLst/>
          </a:prstGeom>
        </p:spPr>
      </p:pic>
      <p:sp>
        <p:nvSpPr>
          <p:cNvPr id="22" name="Text 7"/>
          <p:cNvSpPr/>
          <p:nvPr/>
        </p:nvSpPr>
        <p:spPr>
          <a:xfrm>
            <a:off x="3326816" y="343376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 8-bit chest</a:t>
            </a:r>
            <a:endParaRPr lang="en-US" sz="800" dirty="0"/>
          </a:p>
        </p:txBody>
      </p:sp>
      <p:pic>
        <p:nvPicPr>
          <p:cNvPr id="23" name="c03_ink" descr="assets/catalog/chest/c03_in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5900" y="1755458"/>
            <a:ext cx="609600" cy="457200"/>
          </a:xfrm>
          <a:prstGeom prst="rect">
            <a:avLst/>
          </a:prstGeom>
        </p:spPr>
      </p:pic>
      <p:pic>
        <p:nvPicPr>
          <p:cNvPr id="24" name="c03_col" descr="assets/catalog/chest/c03_co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2660" y="1755458"/>
            <a:ext cx="609600" cy="457200"/>
          </a:xfrm>
          <a:prstGeom prst="rect">
            <a:avLst/>
          </a:prstGeom>
        </p:spPr>
      </p:pic>
      <p:pic>
        <p:nvPicPr>
          <p:cNvPr id="25" name="c03_ink_open" descr="assets/catalog/chest/c03_ink_ope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5900" y="2322386"/>
            <a:ext cx="609600" cy="609600"/>
          </a:xfrm>
          <a:prstGeom prst="rect">
            <a:avLst/>
          </a:prstGeom>
        </p:spPr>
      </p:pic>
      <p:pic>
        <p:nvPicPr>
          <p:cNvPr id="26" name="c03_col_open" descr="assets/catalog/chest/c03_col_open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62660" y="2322386"/>
            <a:ext cx="609600" cy="609600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>
            <a:off x="6123280" y="2986849"/>
            <a:ext cx="274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· COLORED</a:t>
            </a:r>
            <a:endParaRPr lang="en-US" sz="800" dirty="0"/>
          </a:p>
        </p:txBody>
      </p:sp>
      <p:pic>
        <p:nvPicPr>
          <p:cNvPr id="28" name="lc03" descr="assets/catalog/text/lc03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51117" y="3188018"/>
            <a:ext cx="1685925" cy="200025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6123280" y="343376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metal bands, heavy lock</a:t>
            </a:r>
            <a:endParaRPr lang="en-US" sz="800" dirty="0"/>
          </a:p>
        </p:txBody>
      </p:sp>
      <p:pic>
        <p:nvPicPr>
          <p:cNvPr id="30" name="c04_ink" descr="assets/catalog/chest/c04_in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12363" y="1755458"/>
            <a:ext cx="609600" cy="457200"/>
          </a:xfrm>
          <a:prstGeom prst="rect">
            <a:avLst/>
          </a:prstGeom>
        </p:spPr>
      </p:pic>
      <p:pic>
        <p:nvPicPr>
          <p:cNvPr id="31" name="c04_col" descr="assets/catalog/chest/c04_col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59123" y="1755458"/>
            <a:ext cx="609600" cy="457200"/>
          </a:xfrm>
          <a:prstGeom prst="rect">
            <a:avLst/>
          </a:prstGeom>
        </p:spPr>
      </p:pic>
      <p:pic>
        <p:nvPicPr>
          <p:cNvPr id="32" name="c04_ink_open" descr="assets/catalog/chest/c04_ink_ope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2363" y="2322386"/>
            <a:ext cx="609600" cy="609600"/>
          </a:xfrm>
          <a:prstGeom prst="rect">
            <a:avLst/>
          </a:prstGeom>
        </p:spPr>
      </p:pic>
      <p:pic>
        <p:nvPicPr>
          <p:cNvPr id="33" name="c04_col_open" descr="assets/catalog/chest/c04_col_open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59123" y="2322386"/>
            <a:ext cx="609600" cy="609600"/>
          </a:xfrm>
          <a:prstGeom prst="rect">
            <a:avLst/>
          </a:prstGeom>
        </p:spPr>
      </p:pic>
      <p:sp>
        <p:nvSpPr>
          <p:cNvPr id="34" name="Text 10"/>
          <p:cNvSpPr/>
          <p:nvPr/>
        </p:nvSpPr>
        <p:spPr>
          <a:xfrm>
            <a:off x="8919743" y="2986849"/>
            <a:ext cx="274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· COLORED</a:t>
            </a:r>
            <a:endParaRPr lang="en-US" sz="800" dirty="0"/>
          </a:p>
        </p:txBody>
      </p:sp>
      <p:pic>
        <p:nvPicPr>
          <p:cNvPr id="35" name="lc04" descr="assets/catalog/text/lc04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04756" y="3188018"/>
            <a:ext cx="1171575" cy="200025"/>
          </a:xfrm>
          <a:prstGeom prst="rect">
            <a:avLst/>
          </a:prstGeom>
        </p:spPr>
      </p:pic>
      <p:sp>
        <p:nvSpPr>
          <p:cNvPr id="36" name="Text 11"/>
          <p:cNvSpPr/>
          <p:nvPr/>
        </p:nvSpPr>
        <p:spPr>
          <a:xfrm>
            <a:off x="8919743" y="3433762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glow lines, sparkles</a:t>
            </a:r>
            <a:endParaRPr lang="en-US" sz="800" dirty="0"/>
          </a:p>
        </p:txBody>
      </p:sp>
      <p:pic>
        <p:nvPicPr>
          <p:cNvPr id="37" name="c05_ink" descr="assets/catalog/chest/c05_ink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22972" y="4744022"/>
            <a:ext cx="609600" cy="457200"/>
          </a:xfrm>
          <a:prstGeom prst="rect">
            <a:avLst/>
          </a:prstGeom>
        </p:spPr>
      </p:pic>
      <p:pic>
        <p:nvPicPr>
          <p:cNvPr id="38" name="c05_col" descr="assets/catalog/chest/c05_col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69732" y="4744022"/>
            <a:ext cx="609600" cy="457200"/>
          </a:xfrm>
          <a:prstGeom prst="rect">
            <a:avLst/>
          </a:prstGeom>
        </p:spPr>
      </p:pic>
      <p:sp>
        <p:nvSpPr>
          <p:cNvPr id="39" name="Text 12"/>
          <p:cNvSpPr/>
          <p:nvPr/>
        </p:nvSpPr>
        <p:spPr>
          <a:xfrm>
            <a:off x="530352" y="5256086"/>
            <a:ext cx="274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· COLORED</a:t>
            </a:r>
            <a:endParaRPr lang="en-US" sz="800" dirty="0"/>
          </a:p>
        </p:txBody>
      </p:sp>
      <p:pic>
        <p:nvPicPr>
          <p:cNvPr id="40" name="lc05" descr="assets/catalog/text/lc05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86814" y="5457254"/>
            <a:ext cx="828675" cy="200025"/>
          </a:xfrm>
          <a:prstGeom prst="rect">
            <a:avLst/>
          </a:prstGeom>
        </p:spPr>
      </p:pic>
      <p:sp>
        <p:nvSpPr>
          <p:cNvPr id="41" name="Text 13"/>
          <p:cNvSpPr/>
          <p:nvPr/>
        </p:nvSpPr>
        <p:spPr>
          <a:xfrm>
            <a:off x="530352" y="5702999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planks</a:t>
            </a:r>
            <a:endParaRPr lang="en-US" sz="800" dirty="0"/>
          </a:p>
        </p:txBody>
      </p:sp>
      <p:pic>
        <p:nvPicPr>
          <p:cNvPr id="42" name="c06_ink" descr="assets/catalog/chest/c06_ink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19436" y="4744022"/>
            <a:ext cx="609600" cy="457200"/>
          </a:xfrm>
          <a:prstGeom prst="rect">
            <a:avLst/>
          </a:prstGeom>
        </p:spPr>
      </p:pic>
      <p:pic>
        <p:nvPicPr>
          <p:cNvPr id="43" name="c06_col" descr="assets/catalog/chest/c06_col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66196" y="4744022"/>
            <a:ext cx="609600" cy="457200"/>
          </a:xfrm>
          <a:prstGeom prst="rect">
            <a:avLst/>
          </a:prstGeom>
        </p:spPr>
      </p:pic>
      <p:sp>
        <p:nvSpPr>
          <p:cNvPr id="44" name="Text 14"/>
          <p:cNvSpPr/>
          <p:nvPr/>
        </p:nvSpPr>
        <p:spPr>
          <a:xfrm>
            <a:off x="3326816" y="5256086"/>
            <a:ext cx="274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· COLORED</a:t>
            </a:r>
            <a:endParaRPr lang="en-US" sz="800" dirty="0"/>
          </a:p>
        </p:txBody>
      </p:sp>
      <p:pic>
        <p:nvPicPr>
          <p:cNvPr id="45" name="lc06" descr="assets/catalog/text/lc06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83278" y="5457254"/>
            <a:ext cx="828675" cy="200025"/>
          </a:xfrm>
          <a:prstGeom prst="rect">
            <a:avLst/>
          </a:prstGeom>
        </p:spPr>
      </p:pic>
      <p:sp>
        <p:nvSpPr>
          <p:cNvPr id="46" name="Text 15"/>
          <p:cNvSpPr/>
          <p:nvPr/>
        </p:nvSpPr>
        <p:spPr>
          <a:xfrm>
            <a:off x="3326816" y="5702999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 trim, gems</a:t>
            </a:r>
            <a:endParaRPr lang="en-US" sz="800" dirty="0"/>
          </a:p>
        </p:txBody>
      </p:sp>
      <p:pic>
        <p:nvPicPr>
          <p:cNvPr id="47" name="c07_ink" descr="assets/catalog/chest/c07_ink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44500" y="4839272"/>
            <a:ext cx="381000" cy="266700"/>
          </a:xfrm>
          <a:prstGeom prst="rect">
            <a:avLst/>
          </a:prstGeom>
        </p:spPr>
      </p:pic>
      <p:pic>
        <p:nvPicPr>
          <p:cNvPr id="48" name="c07_col" descr="assets/catalog/chest/c07_col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562660" y="4839272"/>
            <a:ext cx="381000" cy="266700"/>
          </a:xfrm>
          <a:prstGeom prst="rect">
            <a:avLst/>
          </a:prstGeom>
        </p:spPr>
      </p:pic>
      <p:sp>
        <p:nvSpPr>
          <p:cNvPr id="49" name="Text 16"/>
          <p:cNvSpPr/>
          <p:nvPr/>
        </p:nvSpPr>
        <p:spPr>
          <a:xfrm>
            <a:off x="6123280" y="5160835"/>
            <a:ext cx="274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· COLORED</a:t>
            </a:r>
            <a:endParaRPr lang="en-US" sz="800" dirty="0"/>
          </a:p>
        </p:txBody>
      </p:sp>
      <p:pic>
        <p:nvPicPr>
          <p:cNvPr id="50" name="lc07" descr="assets/catalog/text/lc07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651117" y="5362003"/>
            <a:ext cx="1685925" cy="200025"/>
          </a:xfrm>
          <a:prstGeom prst="rect">
            <a:avLst/>
          </a:prstGeom>
        </p:spPr>
      </p:pic>
      <p:sp>
        <p:nvSpPr>
          <p:cNvPr id="51" name="Text 17"/>
          <p:cNvSpPr/>
          <p:nvPr/>
        </p:nvSpPr>
        <p:spPr>
          <a:xfrm>
            <a:off x="6123280" y="5607748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 ink silhouette</a:t>
            </a:r>
            <a:endParaRPr lang="en-US" sz="800" dirty="0"/>
          </a:p>
        </p:txBody>
      </p:sp>
      <p:pic>
        <p:nvPicPr>
          <p:cNvPr id="52" name="c08_ink" descr="assets/catalog/chest/c08_ink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612363" y="4705922"/>
            <a:ext cx="609600" cy="533400"/>
          </a:xfrm>
          <a:prstGeom prst="rect">
            <a:avLst/>
          </a:prstGeom>
        </p:spPr>
      </p:pic>
      <p:pic>
        <p:nvPicPr>
          <p:cNvPr id="53" name="c08_col" descr="assets/catalog/chest/c08_col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359123" y="4705922"/>
            <a:ext cx="609600" cy="533400"/>
          </a:xfrm>
          <a:prstGeom prst="rect">
            <a:avLst/>
          </a:prstGeom>
        </p:spPr>
      </p:pic>
      <p:sp>
        <p:nvSpPr>
          <p:cNvPr id="54" name="Text 18"/>
          <p:cNvSpPr/>
          <p:nvPr/>
        </p:nvSpPr>
        <p:spPr>
          <a:xfrm>
            <a:off x="8919743" y="5294185"/>
            <a:ext cx="274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· COLORED</a:t>
            </a:r>
            <a:endParaRPr lang="en-US" sz="800" dirty="0"/>
          </a:p>
        </p:txBody>
      </p:sp>
      <p:pic>
        <p:nvPicPr>
          <p:cNvPr id="55" name="lc08" descr="assets/catalog/text/lc08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33306" y="5495353"/>
            <a:ext cx="1514475" cy="200025"/>
          </a:xfrm>
          <a:prstGeom prst="rect">
            <a:avLst/>
          </a:prstGeom>
        </p:spPr>
      </p:pic>
      <p:sp>
        <p:nvSpPr>
          <p:cNvPr id="56" name="Text 19"/>
          <p:cNvSpPr/>
          <p:nvPr/>
        </p:nvSpPr>
        <p:spPr>
          <a:xfrm>
            <a:off x="8919743" y="5741098"/>
            <a:ext cx="274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chest, mound of coins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nano-super — style catalog</dc:title>
  <dc:subject>PptxGenJS Presentation</dc:subject>
  <dc:creator>aryan-rajoria</dc:creator>
  <cp:lastModifiedBy>aryan-rajoria</cp:lastModifiedBy>
  <cp:revision>1</cp:revision>
  <dcterms:created xsi:type="dcterms:W3CDTF">2026-10-11T07:45:02Z</dcterms:created>
  <dcterms:modified xsi:type="dcterms:W3CDTF">2026-10-11T07:45:02Z</dcterms:modified>
</cp:coreProperties>
</file>