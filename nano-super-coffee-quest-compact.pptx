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 16 CELLS (0.17in): 1-bit ink only on the dashed bottom line; 30 s budget. Chests drift past during the run — grab one to refill a heart. F5 → click START on slide 1. Forward slide change = jump; back = lose a heart; chests refill a heart; slide 6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 13 CELLS (0.14in): ink plus two grays with the light skyline silhouette behind the strip on the bare bottom edge; 45 s budget. Chests drift past during the run — grab one to refill a heart. F5 → click START on slide 1. Forward slide change = jump; back = lose a heart; chests refill a heart; slide 6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 11 CELLS (0.11in): 1-bit ink only on the dashed bottom line; 60 s budget. Chests drift past during the run — grab one to refill a heart. F5 → click START on slide 1. Forward slide change = jump; back = lose a heart; chests refill a heart; slide 6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 9 CELLS (0.09in): ink plus two grays with the light skyline silhouette behind the strip on the bare bottom edge; 90 s budget. Chests drift past during the run — grab one to refill a heart. F5 → click START on slide 1. Forward slide change = jump; back = lose a heart; chests refill a heart; slide 6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 7 CELLS (0.07in) — zoomed out, the smallest step of the ladder: 1-bit ink only on the dashed bottom line; 120 s budget. Chests drift past during the run — grab one to refill a heart. F5 → click START on slide 1. Forward slide change = jump; back = lose a heart; chests refill a heart; slide 6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— the 7-cell (0.07in) stick runner sprints to the tall vending machine, brews a cup, the COFFEE ACQUIRED banner drops and every heart refills. Chests keep drifting past on the road. No timer on this slide. F5 → click START on slide 1. Forward slide change = jump; back = lose a heart; chests refill a heart; slide 6 brews the coffee.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12.png"/><Relationship Id="rId13" Type="http://schemas.openxmlformats.org/officeDocument/2006/relationships/image" Target="../media/image-1-12.png"/><Relationship Id="rId14" Type="http://schemas.openxmlformats.org/officeDocument/2006/relationships/image" Target="../media/image-1-12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0.png"/><Relationship Id="rId12" Type="http://schemas.openxmlformats.org/officeDocument/2006/relationships/image" Target="../media/image-2-10.png"/><Relationship Id="rId13" Type="http://schemas.openxmlformats.org/officeDocument/2006/relationships/image" Target="../media/image-2-13.png"/><Relationship Id="rId14" Type="http://schemas.openxmlformats.org/officeDocument/2006/relationships/image" Target="../media/image-2-13.png"/><Relationship Id="rId15" Type="http://schemas.openxmlformats.org/officeDocument/2006/relationships/image" Target="../media/image-2-13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9.png"/><Relationship Id="rId11" Type="http://schemas.openxmlformats.org/officeDocument/2006/relationships/image" Target="../media/image-3-9.png"/><Relationship Id="rId12" Type="http://schemas.openxmlformats.org/officeDocument/2006/relationships/image" Target="../media/image-3-12.png"/><Relationship Id="rId13" Type="http://schemas.openxmlformats.org/officeDocument/2006/relationships/image" Target="../media/image-3-12.png"/><Relationship Id="rId14" Type="http://schemas.openxmlformats.org/officeDocument/2006/relationships/image" Target="../media/image-3-12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0.png"/><Relationship Id="rId12" Type="http://schemas.openxmlformats.org/officeDocument/2006/relationships/image" Target="../media/image-4-10.png"/><Relationship Id="rId13" Type="http://schemas.openxmlformats.org/officeDocument/2006/relationships/image" Target="../media/image-4-13.png"/><Relationship Id="rId14" Type="http://schemas.openxmlformats.org/officeDocument/2006/relationships/image" Target="../media/image-4-13.png"/><Relationship Id="rId15" Type="http://schemas.openxmlformats.org/officeDocument/2006/relationships/image" Target="../media/image-4-13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9.png"/><Relationship Id="rId11" Type="http://schemas.openxmlformats.org/officeDocument/2006/relationships/image" Target="../media/image-5-9.png"/><Relationship Id="rId12" Type="http://schemas.openxmlformats.org/officeDocument/2006/relationships/image" Target="../media/image-5-12.png"/><Relationship Id="rId13" Type="http://schemas.openxmlformats.org/officeDocument/2006/relationships/image" Target="../media/image-5-12.png"/><Relationship Id="rId14" Type="http://schemas.openxmlformats.org/officeDocument/2006/relationships/image" Target="../media/image-5-12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9.png"/><Relationship Id="rId11" Type="http://schemas.openxmlformats.org/officeDocument/2006/relationships/image" Target="../media/image-6-9.png"/><Relationship Id="rId12" Type="http://schemas.openxmlformats.org/officeDocument/2006/relationships/image" Target="../media/image-6-12.png"/><Relationship Id="rId13" Type="http://schemas.openxmlformats.org/officeDocument/2006/relationships/image" Target="../media/image-6-12.png"/><Relationship Id="rId14" Type="http://schemas.openxmlformats.org/officeDocument/2006/relationships/image" Target="../media/image-6-12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454434" cy="201168"/>
          </a:xfrm>
          <a:prstGeom prst="rect">
            <a:avLst/>
          </a:prstGeom>
        </p:spPr>
      </p:pic>
      <p:pic>
        <p:nvPicPr>
          <p:cNvPr id="6" name="Image 1" descr="assets/text/ct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045490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cells · runner 0.17in · ink · dashed bottom line · 30s budget</a:t>
            </a:r>
            <a:endParaRPr lang="en-US" sz="1050" dirty="0"/>
          </a:p>
        </p:txBody>
      </p:sp>
      <p:sp>
        <p:nvSpPr>
          <p:cNvPr id="8" name="dash1"/>
          <p:cNvSpPr/>
          <p:nvPr/>
        </p:nvSpPr>
        <p:spPr>
          <a:xfrm>
            <a:off x="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dash2"/>
          <p:cNvSpPr/>
          <p:nvPr/>
        </p:nvSpPr>
        <p:spPr>
          <a:xfrm>
            <a:off x="9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dash3"/>
          <p:cNvSpPr/>
          <p:nvPr/>
        </p:nvSpPr>
        <p:spPr>
          <a:xfrm>
            <a:off x="19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dash4"/>
          <p:cNvSpPr/>
          <p:nvPr/>
        </p:nvSpPr>
        <p:spPr>
          <a:xfrm>
            <a:off x="28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dash5"/>
          <p:cNvSpPr/>
          <p:nvPr/>
        </p:nvSpPr>
        <p:spPr>
          <a:xfrm>
            <a:off x="38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dash6"/>
          <p:cNvSpPr/>
          <p:nvPr/>
        </p:nvSpPr>
        <p:spPr>
          <a:xfrm>
            <a:off x="47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dash7"/>
          <p:cNvSpPr/>
          <p:nvPr/>
        </p:nvSpPr>
        <p:spPr>
          <a:xfrm>
            <a:off x="57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dash8"/>
          <p:cNvSpPr/>
          <p:nvPr/>
        </p:nvSpPr>
        <p:spPr>
          <a:xfrm>
            <a:off x="66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dash9"/>
          <p:cNvSpPr/>
          <p:nvPr/>
        </p:nvSpPr>
        <p:spPr>
          <a:xfrm>
            <a:off x="76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dash10"/>
          <p:cNvSpPr/>
          <p:nvPr/>
        </p:nvSpPr>
        <p:spPr>
          <a:xfrm>
            <a:off x="85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dash11"/>
          <p:cNvSpPr/>
          <p:nvPr/>
        </p:nvSpPr>
        <p:spPr>
          <a:xfrm>
            <a:off x="95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dash12"/>
          <p:cNvSpPr/>
          <p:nvPr/>
        </p:nvSpPr>
        <p:spPr>
          <a:xfrm>
            <a:off x="104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dash13"/>
          <p:cNvSpPr/>
          <p:nvPr/>
        </p:nvSpPr>
        <p:spPr>
          <a:xfrm>
            <a:off x="114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dash14"/>
          <p:cNvSpPr/>
          <p:nvPr/>
        </p:nvSpPr>
        <p:spPr>
          <a:xfrm>
            <a:off x="123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dash15"/>
          <p:cNvSpPr/>
          <p:nvPr/>
        </p:nvSpPr>
        <p:spPr>
          <a:xfrm>
            <a:off x="133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dash16"/>
          <p:cNvSpPr/>
          <p:nvPr/>
        </p:nvSpPr>
        <p:spPr>
          <a:xfrm>
            <a:off x="142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dash17"/>
          <p:cNvSpPr/>
          <p:nvPr/>
        </p:nvSpPr>
        <p:spPr>
          <a:xfrm>
            <a:off x="152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dash18"/>
          <p:cNvSpPr/>
          <p:nvPr/>
        </p:nvSpPr>
        <p:spPr>
          <a:xfrm>
            <a:off x="161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dash19"/>
          <p:cNvSpPr/>
          <p:nvPr/>
        </p:nvSpPr>
        <p:spPr>
          <a:xfrm>
            <a:off x="171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dash20"/>
          <p:cNvSpPr/>
          <p:nvPr/>
        </p:nvSpPr>
        <p:spPr>
          <a:xfrm>
            <a:off x="180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dash21"/>
          <p:cNvSpPr/>
          <p:nvPr/>
        </p:nvSpPr>
        <p:spPr>
          <a:xfrm>
            <a:off x="190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dash22"/>
          <p:cNvSpPr/>
          <p:nvPr/>
        </p:nvSpPr>
        <p:spPr>
          <a:xfrm>
            <a:off x="200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dash23"/>
          <p:cNvSpPr/>
          <p:nvPr/>
        </p:nvSpPr>
        <p:spPr>
          <a:xfrm>
            <a:off x="209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dash24"/>
          <p:cNvSpPr/>
          <p:nvPr/>
        </p:nvSpPr>
        <p:spPr>
          <a:xfrm>
            <a:off x="219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dash25"/>
          <p:cNvSpPr/>
          <p:nvPr/>
        </p:nvSpPr>
        <p:spPr>
          <a:xfrm>
            <a:off x="228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dash26"/>
          <p:cNvSpPr/>
          <p:nvPr/>
        </p:nvSpPr>
        <p:spPr>
          <a:xfrm>
            <a:off x="238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dash27"/>
          <p:cNvSpPr/>
          <p:nvPr/>
        </p:nvSpPr>
        <p:spPr>
          <a:xfrm>
            <a:off x="247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dash28"/>
          <p:cNvSpPr/>
          <p:nvPr/>
        </p:nvSpPr>
        <p:spPr>
          <a:xfrm>
            <a:off x="257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dash29"/>
          <p:cNvSpPr/>
          <p:nvPr/>
        </p:nvSpPr>
        <p:spPr>
          <a:xfrm>
            <a:off x="266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dash30"/>
          <p:cNvSpPr/>
          <p:nvPr/>
        </p:nvSpPr>
        <p:spPr>
          <a:xfrm>
            <a:off x="276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dash31"/>
          <p:cNvSpPr/>
          <p:nvPr/>
        </p:nvSpPr>
        <p:spPr>
          <a:xfrm>
            <a:off x="285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dash32"/>
          <p:cNvSpPr/>
          <p:nvPr/>
        </p:nvSpPr>
        <p:spPr>
          <a:xfrm>
            <a:off x="295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dash33"/>
          <p:cNvSpPr/>
          <p:nvPr/>
        </p:nvSpPr>
        <p:spPr>
          <a:xfrm>
            <a:off x="304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dash34"/>
          <p:cNvSpPr/>
          <p:nvPr/>
        </p:nvSpPr>
        <p:spPr>
          <a:xfrm>
            <a:off x="314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dash35"/>
          <p:cNvSpPr/>
          <p:nvPr/>
        </p:nvSpPr>
        <p:spPr>
          <a:xfrm>
            <a:off x="323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dash36"/>
          <p:cNvSpPr/>
          <p:nvPr/>
        </p:nvSpPr>
        <p:spPr>
          <a:xfrm>
            <a:off x="333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dash37"/>
          <p:cNvSpPr/>
          <p:nvPr/>
        </p:nvSpPr>
        <p:spPr>
          <a:xfrm>
            <a:off x="342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dash38"/>
          <p:cNvSpPr/>
          <p:nvPr/>
        </p:nvSpPr>
        <p:spPr>
          <a:xfrm>
            <a:off x="352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dash39"/>
          <p:cNvSpPr/>
          <p:nvPr/>
        </p:nvSpPr>
        <p:spPr>
          <a:xfrm>
            <a:off x="361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7" name="dash40"/>
          <p:cNvSpPr/>
          <p:nvPr/>
        </p:nvSpPr>
        <p:spPr>
          <a:xfrm>
            <a:off x="371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dash41"/>
          <p:cNvSpPr/>
          <p:nvPr/>
        </p:nvSpPr>
        <p:spPr>
          <a:xfrm>
            <a:off x="381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dash42"/>
          <p:cNvSpPr/>
          <p:nvPr/>
        </p:nvSpPr>
        <p:spPr>
          <a:xfrm>
            <a:off x="390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dash43"/>
          <p:cNvSpPr/>
          <p:nvPr/>
        </p:nvSpPr>
        <p:spPr>
          <a:xfrm>
            <a:off x="400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dash44"/>
          <p:cNvSpPr/>
          <p:nvPr/>
        </p:nvSpPr>
        <p:spPr>
          <a:xfrm>
            <a:off x="409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dash45"/>
          <p:cNvSpPr/>
          <p:nvPr/>
        </p:nvSpPr>
        <p:spPr>
          <a:xfrm>
            <a:off x="419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dash46"/>
          <p:cNvSpPr/>
          <p:nvPr/>
        </p:nvSpPr>
        <p:spPr>
          <a:xfrm>
            <a:off x="428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dash47"/>
          <p:cNvSpPr/>
          <p:nvPr/>
        </p:nvSpPr>
        <p:spPr>
          <a:xfrm>
            <a:off x="438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dash48"/>
          <p:cNvSpPr/>
          <p:nvPr/>
        </p:nvSpPr>
        <p:spPr>
          <a:xfrm>
            <a:off x="447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dash49"/>
          <p:cNvSpPr/>
          <p:nvPr/>
        </p:nvSpPr>
        <p:spPr>
          <a:xfrm>
            <a:off x="457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7" name="dash50"/>
          <p:cNvSpPr/>
          <p:nvPr/>
        </p:nvSpPr>
        <p:spPr>
          <a:xfrm>
            <a:off x="466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dash51"/>
          <p:cNvSpPr/>
          <p:nvPr/>
        </p:nvSpPr>
        <p:spPr>
          <a:xfrm>
            <a:off x="476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dash52"/>
          <p:cNvSpPr/>
          <p:nvPr/>
        </p:nvSpPr>
        <p:spPr>
          <a:xfrm>
            <a:off x="485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dash53"/>
          <p:cNvSpPr/>
          <p:nvPr/>
        </p:nvSpPr>
        <p:spPr>
          <a:xfrm>
            <a:off x="495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dash54"/>
          <p:cNvSpPr/>
          <p:nvPr/>
        </p:nvSpPr>
        <p:spPr>
          <a:xfrm>
            <a:off x="504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dash55"/>
          <p:cNvSpPr/>
          <p:nvPr/>
        </p:nvSpPr>
        <p:spPr>
          <a:xfrm>
            <a:off x="514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dash56"/>
          <p:cNvSpPr/>
          <p:nvPr/>
        </p:nvSpPr>
        <p:spPr>
          <a:xfrm>
            <a:off x="523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dash57"/>
          <p:cNvSpPr/>
          <p:nvPr/>
        </p:nvSpPr>
        <p:spPr>
          <a:xfrm>
            <a:off x="533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5" name="dash58"/>
          <p:cNvSpPr/>
          <p:nvPr/>
        </p:nvSpPr>
        <p:spPr>
          <a:xfrm>
            <a:off x="542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dash59"/>
          <p:cNvSpPr/>
          <p:nvPr/>
        </p:nvSpPr>
        <p:spPr>
          <a:xfrm>
            <a:off x="552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dash60"/>
          <p:cNvSpPr/>
          <p:nvPr/>
        </p:nvSpPr>
        <p:spPr>
          <a:xfrm>
            <a:off x="561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dash61"/>
          <p:cNvSpPr/>
          <p:nvPr/>
        </p:nvSpPr>
        <p:spPr>
          <a:xfrm>
            <a:off x="571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dash62"/>
          <p:cNvSpPr/>
          <p:nvPr/>
        </p:nvSpPr>
        <p:spPr>
          <a:xfrm>
            <a:off x="581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dash63"/>
          <p:cNvSpPr/>
          <p:nvPr/>
        </p:nvSpPr>
        <p:spPr>
          <a:xfrm>
            <a:off x="590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dash64"/>
          <p:cNvSpPr/>
          <p:nvPr/>
        </p:nvSpPr>
        <p:spPr>
          <a:xfrm>
            <a:off x="600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dash65"/>
          <p:cNvSpPr/>
          <p:nvPr/>
        </p:nvSpPr>
        <p:spPr>
          <a:xfrm>
            <a:off x="609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dash66"/>
          <p:cNvSpPr/>
          <p:nvPr/>
        </p:nvSpPr>
        <p:spPr>
          <a:xfrm>
            <a:off x="619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dash67"/>
          <p:cNvSpPr/>
          <p:nvPr/>
        </p:nvSpPr>
        <p:spPr>
          <a:xfrm>
            <a:off x="628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dash68"/>
          <p:cNvSpPr/>
          <p:nvPr/>
        </p:nvSpPr>
        <p:spPr>
          <a:xfrm>
            <a:off x="638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dash69"/>
          <p:cNvSpPr/>
          <p:nvPr/>
        </p:nvSpPr>
        <p:spPr>
          <a:xfrm>
            <a:off x="647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dash70"/>
          <p:cNvSpPr/>
          <p:nvPr/>
        </p:nvSpPr>
        <p:spPr>
          <a:xfrm>
            <a:off x="657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dash71"/>
          <p:cNvSpPr/>
          <p:nvPr/>
        </p:nvSpPr>
        <p:spPr>
          <a:xfrm>
            <a:off x="666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9" name="dash72"/>
          <p:cNvSpPr/>
          <p:nvPr/>
        </p:nvSpPr>
        <p:spPr>
          <a:xfrm>
            <a:off x="676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dash73"/>
          <p:cNvSpPr/>
          <p:nvPr/>
        </p:nvSpPr>
        <p:spPr>
          <a:xfrm>
            <a:off x="685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dash74"/>
          <p:cNvSpPr/>
          <p:nvPr/>
        </p:nvSpPr>
        <p:spPr>
          <a:xfrm>
            <a:off x="695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dash75"/>
          <p:cNvSpPr/>
          <p:nvPr/>
        </p:nvSpPr>
        <p:spPr>
          <a:xfrm>
            <a:off x="704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dash76"/>
          <p:cNvSpPr/>
          <p:nvPr/>
        </p:nvSpPr>
        <p:spPr>
          <a:xfrm>
            <a:off x="714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dash77"/>
          <p:cNvSpPr/>
          <p:nvPr/>
        </p:nvSpPr>
        <p:spPr>
          <a:xfrm>
            <a:off x="723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5" name="dash78"/>
          <p:cNvSpPr/>
          <p:nvPr/>
        </p:nvSpPr>
        <p:spPr>
          <a:xfrm>
            <a:off x="733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dash79"/>
          <p:cNvSpPr/>
          <p:nvPr/>
        </p:nvSpPr>
        <p:spPr>
          <a:xfrm>
            <a:off x="742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7" name="dash80"/>
          <p:cNvSpPr/>
          <p:nvPr/>
        </p:nvSpPr>
        <p:spPr>
          <a:xfrm>
            <a:off x="752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8" name="dash81"/>
          <p:cNvSpPr/>
          <p:nvPr/>
        </p:nvSpPr>
        <p:spPr>
          <a:xfrm>
            <a:off x="762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9" name="dash82"/>
          <p:cNvSpPr/>
          <p:nvPr/>
        </p:nvSpPr>
        <p:spPr>
          <a:xfrm>
            <a:off x="771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dash83"/>
          <p:cNvSpPr/>
          <p:nvPr/>
        </p:nvSpPr>
        <p:spPr>
          <a:xfrm>
            <a:off x="781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dash84"/>
          <p:cNvSpPr/>
          <p:nvPr/>
        </p:nvSpPr>
        <p:spPr>
          <a:xfrm>
            <a:off x="790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2" name="dash85"/>
          <p:cNvSpPr/>
          <p:nvPr/>
        </p:nvSpPr>
        <p:spPr>
          <a:xfrm>
            <a:off x="800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3" name="dash86"/>
          <p:cNvSpPr/>
          <p:nvPr/>
        </p:nvSpPr>
        <p:spPr>
          <a:xfrm>
            <a:off x="809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4" name="dash87"/>
          <p:cNvSpPr/>
          <p:nvPr/>
        </p:nvSpPr>
        <p:spPr>
          <a:xfrm>
            <a:off x="819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5" name="dash88"/>
          <p:cNvSpPr/>
          <p:nvPr/>
        </p:nvSpPr>
        <p:spPr>
          <a:xfrm>
            <a:off x="828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6" name="dash89"/>
          <p:cNvSpPr/>
          <p:nvPr/>
        </p:nvSpPr>
        <p:spPr>
          <a:xfrm>
            <a:off x="838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7" name="dash90"/>
          <p:cNvSpPr/>
          <p:nvPr/>
        </p:nvSpPr>
        <p:spPr>
          <a:xfrm>
            <a:off x="847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8" name="dash91"/>
          <p:cNvSpPr/>
          <p:nvPr/>
        </p:nvSpPr>
        <p:spPr>
          <a:xfrm>
            <a:off x="857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9" name="dash92"/>
          <p:cNvSpPr/>
          <p:nvPr/>
        </p:nvSpPr>
        <p:spPr>
          <a:xfrm>
            <a:off x="866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0" name="dash93"/>
          <p:cNvSpPr/>
          <p:nvPr/>
        </p:nvSpPr>
        <p:spPr>
          <a:xfrm>
            <a:off x="876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1" name="dash94"/>
          <p:cNvSpPr/>
          <p:nvPr/>
        </p:nvSpPr>
        <p:spPr>
          <a:xfrm>
            <a:off x="885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2" name="dash95"/>
          <p:cNvSpPr/>
          <p:nvPr/>
        </p:nvSpPr>
        <p:spPr>
          <a:xfrm>
            <a:off x="895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3" name="dash96"/>
          <p:cNvSpPr/>
          <p:nvPr/>
        </p:nvSpPr>
        <p:spPr>
          <a:xfrm>
            <a:off x="904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4" name="dash97"/>
          <p:cNvSpPr/>
          <p:nvPr/>
        </p:nvSpPr>
        <p:spPr>
          <a:xfrm>
            <a:off x="914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5" name="dash98"/>
          <p:cNvSpPr/>
          <p:nvPr/>
        </p:nvSpPr>
        <p:spPr>
          <a:xfrm>
            <a:off x="923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6" name="dash99"/>
          <p:cNvSpPr/>
          <p:nvPr/>
        </p:nvSpPr>
        <p:spPr>
          <a:xfrm>
            <a:off x="933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7" name="dash100"/>
          <p:cNvSpPr/>
          <p:nvPr/>
        </p:nvSpPr>
        <p:spPr>
          <a:xfrm>
            <a:off x="942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8" name="dash101"/>
          <p:cNvSpPr/>
          <p:nvPr/>
        </p:nvSpPr>
        <p:spPr>
          <a:xfrm>
            <a:off x="952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9" name="dash102"/>
          <p:cNvSpPr/>
          <p:nvPr/>
        </p:nvSpPr>
        <p:spPr>
          <a:xfrm>
            <a:off x="962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0" name="dash103"/>
          <p:cNvSpPr/>
          <p:nvPr/>
        </p:nvSpPr>
        <p:spPr>
          <a:xfrm>
            <a:off x="971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1" name="dash104"/>
          <p:cNvSpPr/>
          <p:nvPr/>
        </p:nvSpPr>
        <p:spPr>
          <a:xfrm>
            <a:off x="981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2" name="dash105"/>
          <p:cNvSpPr/>
          <p:nvPr/>
        </p:nvSpPr>
        <p:spPr>
          <a:xfrm>
            <a:off x="990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3" name="dash106"/>
          <p:cNvSpPr/>
          <p:nvPr/>
        </p:nvSpPr>
        <p:spPr>
          <a:xfrm>
            <a:off x="1000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4" name="dash107"/>
          <p:cNvSpPr/>
          <p:nvPr/>
        </p:nvSpPr>
        <p:spPr>
          <a:xfrm>
            <a:off x="1009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5" name="dash108"/>
          <p:cNvSpPr/>
          <p:nvPr/>
        </p:nvSpPr>
        <p:spPr>
          <a:xfrm>
            <a:off x="1019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6" name="dash109"/>
          <p:cNvSpPr/>
          <p:nvPr/>
        </p:nvSpPr>
        <p:spPr>
          <a:xfrm>
            <a:off x="1028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7" name="dash110"/>
          <p:cNvSpPr/>
          <p:nvPr/>
        </p:nvSpPr>
        <p:spPr>
          <a:xfrm>
            <a:off x="1038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8" name="dash111"/>
          <p:cNvSpPr/>
          <p:nvPr/>
        </p:nvSpPr>
        <p:spPr>
          <a:xfrm>
            <a:off x="1047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9" name="dash112"/>
          <p:cNvSpPr/>
          <p:nvPr/>
        </p:nvSpPr>
        <p:spPr>
          <a:xfrm>
            <a:off x="1057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0" name="dash113"/>
          <p:cNvSpPr/>
          <p:nvPr/>
        </p:nvSpPr>
        <p:spPr>
          <a:xfrm>
            <a:off x="1066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1" name="dash114"/>
          <p:cNvSpPr/>
          <p:nvPr/>
        </p:nvSpPr>
        <p:spPr>
          <a:xfrm>
            <a:off x="1076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2" name="dash115"/>
          <p:cNvSpPr/>
          <p:nvPr/>
        </p:nvSpPr>
        <p:spPr>
          <a:xfrm>
            <a:off x="1085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3" name="dash116"/>
          <p:cNvSpPr/>
          <p:nvPr/>
        </p:nvSpPr>
        <p:spPr>
          <a:xfrm>
            <a:off x="1095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4" name="dash117"/>
          <p:cNvSpPr/>
          <p:nvPr/>
        </p:nvSpPr>
        <p:spPr>
          <a:xfrm>
            <a:off x="1104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5" name="dash118"/>
          <p:cNvSpPr/>
          <p:nvPr/>
        </p:nvSpPr>
        <p:spPr>
          <a:xfrm>
            <a:off x="1114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6" name="dash119"/>
          <p:cNvSpPr/>
          <p:nvPr/>
        </p:nvSpPr>
        <p:spPr>
          <a:xfrm>
            <a:off x="1123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7" name="dash120"/>
          <p:cNvSpPr/>
          <p:nvPr/>
        </p:nvSpPr>
        <p:spPr>
          <a:xfrm>
            <a:off x="1133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8" name="dash121"/>
          <p:cNvSpPr/>
          <p:nvPr/>
        </p:nvSpPr>
        <p:spPr>
          <a:xfrm>
            <a:off x="1143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9" name="dash122"/>
          <p:cNvSpPr/>
          <p:nvPr/>
        </p:nvSpPr>
        <p:spPr>
          <a:xfrm>
            <a:off x="1152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0" name="dash123"/>
          <p:cNvSpPr/>
          <p:nvPr/>
        </p:nvSpPr>
        <p:spPr>
          <a:xfrm>
            <a:off x="1162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1" name="dash124"/>
          <p:cNvSpPr/>
          <p:nvPr/>
        </p:nvSpPr>
        <p:spPr>
          <a:xfrm>
            <a:off x="1171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2" name="dash125"/>
          <p:cNvSpPr/>
          <p:nvPr/>
        </p:nvSpPr>
        <p:spPr>
          <a:xfrm>
            <a:off x="1181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3" name="dash126"/>
          <p:cNvSpPr/>
          <p:nvPr/>
        </p:nvSpPr>
        <p:spPr>
          <a:xfrm>
            <a:off x="1190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4" name="dash127"/>
          <p:cNvSpPr/>
          <p:nvPr/>
        </p:nvSpPr>
        <p:spPr>
          <a:xfrm>
            <a:off x="1200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5" name="dash128"/>
          <p:cNvSpPr/>
          <p:nvPr/>
        </p:nvSpPr>
        <p:spPr>
          <a:xfrm>
            <a:off x="1209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136" name="cloud1" descr="assets/c16/clou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6574155"/>
            <a:ext cx="76200" cy="38100"/>
          </a:xfrm>
          <a:prstGeom prst="rect">
            <a:avLst/>
          </a:prstGeom>
        </p:spPr>
      </p:pic>
      <p:pic>
        <p:nvPicPr>
          <p:cNvPr id="137" name="cloud2" descr="assets/c16/clou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6614160"/>
            <a:ext cx="57150" cy="28575"/>
          </a:xfrm>
          <a:prstGeom prst="rect">
            <a:avLst/>
          </a:prstGeom>
        </p:spPr>
      </p:pic>
      <p:pic>
        <p:nvPicPr>
          <p:cNvPr id="138" name="scoretag" descr="assets/text/cscore_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5" y="6655689"/>
            <a:ext cx="1315430" cy="173736"/>
          </a:xfrm>
          <a:prstGeom prst="rect">
            <a:avLst/>
          </a:prstGeom>
        </p:spPr>
      </p:pic>
      <p:pic>
        <p:nvPicPr>
          <p:cNvPr id="139" name="cactus" descr="assets/c16/cact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43200" y="6762750"/>
            <a:ext cx="66675" cy="85725"/>
          </a:xfrm>
          <a:prstGeom prst="rect">
            <a:avLst/>
          </a:prstGeom>
        </p:spPr>
      </p:pic>
      <p:pic>
        <p:nvPicPr>
          <p:cNvPr id="140" name="rock" descr="assets/c16/r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43200" y="6810375"/>
            <a:ext cx="76200" cy="38100"/>
          </a:xfrm>
          <a:prstGeom prst="rect">
            <a:avLst/>
          </a:prstGeom>
        </p:spPr>
      </p:pic>
      <p:pic>
        <p:nvPicPr>
          <p:cNvPr id="141" name="chest" descr="assets/c16/ch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791325"/>
            <a:ext cx="76200" cy="57150"/>
          </a:xfrm>
          <a:prstGeom prst="rect">
            <a:avLst/>
          </a:prstGeom>
        </p:spPr>
      </p:pic>
      <p:pic>
        <p:nvPicPr>
          <p:cNvPr id="142" name="heartF1" descr="assets/c16/heart_ful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9265" y="6772275"/>
            <a:ext cx="57150" cy="57150"/>
          </a:xfrm>
          <a:prstGeom prst="rect">
            <a:avLst/>
          </a:prstGeom>
        </p:spPr>
      </p:pic>
      <p:pic>
        <p:nvPicPr>
          <p:cNvPr id="143" name="heartF2" descr="assets/c16/heart_fu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75465" y="6772275"/>
            <a:ext cx="57150" cy="57150"/>
          </a:xfrm>
          <a:prstGeom prst="rect">
            <a:avLst/>
          </a:prstGeom>
        </p:spPr>
      </p:pic>
      <p:pic>
        <p:nvPicPr>
          <p:cNvPr id="144" name="heartF3" descr="assets/c16/heart_ful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51665" y="6772275"/>
            <a:ext cx="57150" cy="57150"/>
          </a:xfrm>
          <a:prstGeom prst="rect">
            <a:avLst/>
          </a:prstGeom>
        </p:spPr>
      </p:pic>
      <p:pic>
        <p:nvPicPr>
          <p:cNvPr id="145" name="heartE1" descr="assets/c16/heart_empt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6" name="heartE2" descr="assets/c16/heart_empt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7" name="heartE3" descr="assets/c16/heart_empt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8" name="man_runA" descr="assets/c16/man_run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4695" y="6696075"/>
            <a:ext cx="123825" cy="152400"/>
          </a:xfrm>
          <a:prstGeom prst="rect">
            <a:avLst/>
          </a:prstGeom>
        </p:spPr>
      </p:pic>
      <p:pic>
        <p:nvPicPr>
          <p:cNvPr id="149" name="man_runB" descr="assets/c16/man_run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6696075"/>
            <a:ext cx="123825" cy="152400"/>
          </a:xfrm>
          <a:prstGeom prst="rect">
            <a:avLst/>
          </a:prstGeom>
        </p:spPr>
      </p:pic>
      <p:pic>
        <p:nvPicPr>
          <p:cNvPr id="150" name="man_jump" descr="assets/c16/man_jum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6696075"/>
            <a:ext cx="123825" cy="152400"/>
          </a:xfrm>
          <a:prstGeom prst="rect">
            <a:avLst/>
          </a:prstGeom>
        </p:spPr>
      </p:pic>
      <p:pic>
        <p:nvPicPr>
          <p:cNvPr id="151" name="man_idle" descr="assets/c16/man_idl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743200" y="6696075"/>
            <a:ext cx="123825" cy="152400"/>
          </a:xfrm>
          <a:prstGeom prst="rect">
            <a:avLst/>
          </a:prstGeom>
        </p:spPr>
      </p:pic>
      <p:sp>
        <p:nvSpPr>
          <p:cNvPr id="152" name="timerbar"/>
          <p:cNvSpPr/>
          <p:nvPr/>
        </p:nvSpPr>
        <p:spPr>
          <a:xfrm>
            <a:off x="10728655" y="6715125"/>
            <a:ext cx="1280160" cy="381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3" name="timetext"/>
          <p:cNvSpPr/>
          <p:nvPr/>
        </p:nvSpPr>
        <p:spPr>
          <a:xfrm>
            <a:off x="9942271" y="663359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</a:t>
            </a:r>
            <a:endParaRPr lang="en-US" sz="800" dirty="0"/>
          </a:p>
        </p:txBody>
      </p:sp>
      <p:sp>
        <p:nvSpPr>
          <p:cNvPr id="154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00" dirty="0"/>
          </a:p>
        </p:txBody>
      </p:sp>
      <p:sp>
        <p:nvSpPr>
          <p:cNvPr id="155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454434" cy="201168"/>
          </a:xfrm>
          <a:prstGeom prst="rect">
            <a:avLst/>
          </a:prstGeom>
        </p:spPr>
      </p:pic>
      <p:pic>
        <p:nvPicPr>
          <p:cNvPr id="6" name="Image 1" descr="assets/text/c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045490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cells · runner 0.14in · ink + grays · bottom edge · 45s budget</a:t>
            </a:r>
            <a:endParaRPr lang="en-US" sz="1050" dirty="0"/>
          </a:p>
        </p:txBody>
      </p:sp>
      <p:pic>
        <p:nvPicPr>
          <p:cNvPr id="8" name="skyline" descr="assets/c13/skyline_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1797" y="6696075"/>
            <a:ext cx="24383390" cy="161925"/>
          </a:xfrm>
          <a:prstGeom prst="rect">
            <a:avLst/>
          </a:prstGeom>
        </p:spPr>
      </p:pic>
      <p:pic>
        <p:nvPicPr>
          <p:cNvPr id="9" name="cloud1" descr="assets/c13/clou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6627971"/>
            <a:ext cx="76200" cy="38100"/>
          </a:xfrm>
          <a:prstGeom prst="rect">
            <a:avLst/>
          </a:prstGeom>
        </p:spPr>
      </p:pic>
      <p:pic>
        <p:nvPicPr>
          <p:cNvPr id="10" name="cloud2" descr="assets/c13/cloud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6662261"/>
            <a:ext cx="57150" cy="28575"/>
          </a:xfrm>
          <a:prstGeom prst="rect">
            <a:avLst/>
          </a:prstGeom>
        </p:spPr>
      </p:pic>
      <p:pic>
        <p:nvPicPr>
          <p:cNvPr id="11" name="scoretag" descr="assets/text/cscore_0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5" y="6665214"/>
            <a:ext cx="1315430" cy="173736"/>
          </a:xfrm>
          <a:prstGeom prst="rect">
            <a:avLst/>
          </a:prstGeom>
        </p:spPr>
      </p:pic>
      <p:pic>
        <p:nvPicPr>
          <p:cNvPr id="12" name="cactus" descr="assets/c13/cact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43200" y="6791325"/>
            <a:ext cx="57150" cy="66675"/>
          </a:xfrm>
          <a:prstGeom prst="rect">
            <a:avLst/>
          </a:prstGeom>
        </p:spPr>
      </p:pic>
      <p:pic>
        <p:nvPicPr>
          <p:cNvPr id="13" name="rock" descr="assets/c13/r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819900"/>
            <a:ext cx="76200" cy="38100"/>
          </a:xfrm>
          <a:prstGeom prst="rect">
            <a:avLst/>
          </a:prstGeom>
        </p:spPr>
      </p:pic>
      <p:pic>
        <p:nvPicPr>
          <p:cNvPr id="14" name="chest" descr="assets/c13/ch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43200" y="6800850"/>
            <a:ext cx="76200" cy="57150"/>
          </a:xfrm>
          <a:prstGeom prst="rect">
            <a:avLst/>
          </a:prstGeom>
        </p:spPr>
      </p:pic>
      <p:pic>
        <p:nvPicPr>
          <p:cNvPr id="15" name="heartF1" descr="assets/c13/heart_fu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99265" y="6781800"/>
            <a:ext cx="57150" cy="57150"/>
          </a:xfrm>
          <a:prstGeom prst="rect">
            <a:avLst/>
          </a:prstGeom>
        </p:spPr>
      </p:pic>
      <p:pic>
        <p:nvPicPr>
          <p:cNvPr id="16" name="heartF2" descr="assets/c13/heart_ful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75465" y="6781800"/>
            <a:ext cx="57150" cy="57150"/>
          </a:xfrm>
          <a:prstGeom prst="rect">
            <a:avLst/>
          </a:prstGeom>
        </p:spPr>
      </p:pic>
      <p:pic>
        <p:nvPicPr>
          <p:cNvPr id="17" name="heartF3" descr="assets/c13/heart_ful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51665" y="6781800"/>
            <a:ext cx="57150" cy="57150"/>
          </a:xfrm>
          <a:prstGeom prst="rect">
            <a:avLst/>
          </a:prstGeom>
        </p:spPr>
      </p:pic>
      <p:pic>
        <p:nvPicPr>
          <p:cNvPr id="18" name="heartE1" descr="assets/c13/heart_empt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781800"/>
            <a:ext cx="57150" cy="57150"/>
          </a:xfrm>
          <a:prstGeom prst="rect">
            <a:avLst/>
          </a:prstGeom>
        </p:spPr>
      </p:pic>
      <p:pic>
        <p:nvPicPr>
          <p:cNvPr id="19" name="heartE2" descr="assets/c13/heart_empt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781800"/>
            <a:ext cx="57150" cy="57150"/>
          </a:xfrm>
          <a:prstGeom prst="rect">
            <a:avLst/>
          </a:prstGeom>
        </p:spPr>
      </p:pic>
      <p:pic>
        <p:nvPicPr>
          <p:cNvPr id="20" name="heartE3" descr="assets/c13/heart_empt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6781800"/>
            <a:ext cx="57150" cy="57150"/>
          </a:xfrm>
          <a:prstGeom prst="rect">
            <a:avLst/>
          </a:prstGeom>
        </p:spPr>
      </p:pic>
      <p:pic>
        <p:nvPicPr>
          <p:cNvPr id="21" name="man_runA" descr="assets/c13/man_runA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4695" y="6734175"/>
            <a:ext cx="104775" cy="123825"/>
          </a:xfrm>
          <a:prstGeom prst="rect">
            <a:avLst/>
          </a:prstGeom>
        </p:spPr>
      </p:pic>
      <p:pic>
        <p:nvPicPr>
          <p:cNvPr id="22" name="man_runB" descr="assets/c13/man_run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6734175"/>
            <a:ext cx="104775" cy="123825"/>
          </a:xfrm>
          <a:prstGeom prst="rect">
            <a:avLst/>
          </a:prstGeom>
        </p:spPr>
      </p:pic>
      <p:pic>
        <p:nvPicPr>
          <p:cNvPr id="23" name="man_jump" descr="assets/c13/man_jum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743200" y="6734175"/>
            <a:ext cx="104775" cy="123825"/>
          </a:xfrm>
          <a:prstGeom prst="rect">
            <a:avLst/>
          </a:prstGeom>
        </p:spPr>
      </p:pic>
      <p:pic>
        <p:nvPicPr>
          <p:cNvPr id="24" name="man_idle" descr="assets/c13/man_idl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743200" y="6734175"/>
            <a:ext cx="104775" cy="123825"/>
          </a:xfrm>
          <a:prstGeom prst="rect">
            <a:avLst/>
          </a:prstGeom>
        </p:spPr>
      </p:pic>
      <p:sp>
        <p:nvSpPr>
          <p:cNvPr id="25" name="timerbar"/>
          <p:cNvSpPr/>
          <p:nvPr/>
        </p:nvSpPr>
        <p:spPr>
          <a:xfrm>
            <a:off x="10728655" y="6724650"/>
            <a:ext cx="1280160" cy="381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timetext"/>
          <p:cNvSpPr/>
          <p:nvPr/>
        </p:nvSpPr>
        <p:spPr>
          <a:xfrm>
            <a:off x="9942271" y="66431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</a:t>
            </a:r>
            <a:endParaRPr lang="en-US" sz="800" dirty="0"/>
          </a:p>
        </p:txBody>
      </p:sp>
      <p:sp>
        <p:nvSpPr>
          <p:cNvPr id="27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800" dirty="0"/>
          </a:p>
        </p:txBody>
      </p:sp>
      <p:sp>
        <p:nvSpPr>
          <p:cNvPr id="28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454434" cy="201168"/>
          </a:xfrm>
          <a:prstGeom prst="rect">
            <a:avLst/>
          </a:prstGeom>
        </p:spPr>
      </p:pic>
      <p:pic>
        <p:nvPicPr>
          <p:cNvPr id="6" name="Image 1" descr="assets/text/c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045490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cells · runner 0.11in · ink · dashed bottom line · 60s budget</a:t>
            </a:r>
            <a:endParaRPr lang="en-US" sz="1050" dirty="0"/>
          </a:p>
        </p:txBody>
      </p:sp>
      <p:sp>
        <p:nvSpPr>
          <p:cNvPr id="8" name="dash1"/>
          <p:cNvSpPr/>
          <p:nvPr/>
        </p:nvSpPr>
        <p:spPr>
          <a:xfrm>
            <a:off x="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dash2"/>
          <p:cNvSpPr/>
          <p:nvPr/>
        </p:nvSpPr>
        <p:spPr>
          <a:xfrm>
            <a:off x="9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dash3"/>
          <p:cNvSpPr/>
          <p:nvPr/>
        </p:nvSpPr>
        <p:spPr>
          <a:xfrm>
            <a:off x="19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dash4"/>
          <p:cNvSpPr/>
          <p:nvPr/>
        </p:nvSpPr>
        <p:spPr>
          <a:xfrm>
            <a:off x="28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dash5"/>
          <p:cNvSpPr/>
          <p:nvPr/>
        </p:nvSpPr>
        <p:spPr>
          <a:xfrm>
            <a:off x="38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dash6"/>
          <p:cNvSpPr/>
          <p:nvPr/>
        </p:nvSpPr>
        <p:spPr>
          <a:xfrm>
            <a:off x="47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dash7"/>
          <p:cNvSpPr/>
          <p:nvPr/>
        </p:nvSpPr>
        <p:spPr>
          <a:xfrm>
            <a:off x="57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dash8"/>
          <p:cNvSpPr/>
          <p:nvPr/>
        </p:nvSpPr>
        <p:spPr>
          <a:xfrm>
            <a:off x="66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dash9"/>
          <p:cNvSpPr/>
          <p:nvPr/>
        </p:nvSpPr>
        <p:spPr>
          <a:xfrm>
            <a:off x="76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dash10"/>
          <p:cNvSpPr/>
          <p:nvPr/>
        </p:nvSpPr>
        <p:spPr>
          <a:xfrm>
            <a:off x="85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dash11"/>
          <p:cNvSpPr/>
          <p:nvPr/>
        </p:nvSpPr>
        <p:spPr>
          <a:xfrm>
            <a:off x="95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dash12"/>
          <p:cNvSpPr/>
          <p:nvPr/>
        </p:nvSpPr>
        <p:spPr>
          <a:xfrm>
            <a:off x="104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dash13"/>
          <p:cNvSpPr/>
          <p:nvPr/>
        </p:nvSpPr>
        <p:spPr>
          <a:xfrm>
            <a:off x="114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dash14"/>
          <p:cNvSpPr/>
          <p:nvPr/>
        </p:nvSpPr>
        <p:spPr>
          <a:xfrm>
            <a:off x="123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dash15"/>
          <p:cNvSpPr/>
          <p:nvPr/>
        </p:nvSpPr>
        <p:spPr>
          <a:xfrm>
            <a:off x="133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dash16"/>
          <p:cNvSpPr/>
          <p:nvPr/>
        </p:nvSpPr>
        <p:spPr>
          <a:xfrm>
            <a:off x="142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dash17"/>
          <p:cNvSpPr/>
          <p:nvPr/>
        </p:nvSpPr>
        <p:spPr>
          <a:xfrm>
            <a:off x="152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dash18"/>
          <p:cNvSpPr/>
          <p:nvPr/>
        </p:nvSpPr>
        <p:spPr>
          <a:xfrm>
            <a:off x="161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dash19"/>
          <p:cNvSpPr/>
          <p:nvPr/>
        </p:nvSpPr>
        <p:spPr>
          <a:xfrm>
            <a:off x="171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dash20"/>
          <p:cNvSpPr/>
          <p:nvPr/>
        </p:nvSpPr>
        <p:spPr>
          <a:xfrm>
            <a:off x="180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dash21"/>
          <p:cNvSpPr/>
          <p:nvPr/>
        </p:nvSpPr>
        <p:spPr>
          <a:xfrm>
            <a:off x="190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dash22"/>
          <p:cNvSpPr/>
          <p:nvPr/>
        </p:nvSpPr>
        <p:spPr>
          <a:xfrm>
            <a:off x="200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dash23"/>
          <p:cNvSpPr/>
          <p:nvPr/>
        </p:nvSpPr>
        <p:spPr>
          <a:xfrm>
            <a:off x="209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dash24"/>
          <p:cNvSpPr/>
          <p:nvPr/>
        </p:nvSpPr>
        <p:spPr>
          <a:xfrm>
            <a:off x="219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dash25"/>
          <p:cNvSpPr/>
          <p:nvPr/>
        </p:nvSpPr>
        <p:spPr>
          <a:xfrm>
            <a:off x="228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dash26"/>
          <p:cNvSpPr/>
          <p:nvPr/>
        </p:nvSpPr>
        <p:spPr>
          <a:xfrm>
            <a:off x="238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dash27"/>
          <p:cNvSpPr/>
          <p:nvPr/>
        </p:nvSpPr>
        <p:spPr>
          <a:xfrm>
            <a:off x="247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dash28"/>
          <p:cNvSpPr/>
          <p:nvPr/>
        </p:nvSpPr>
        <p:spPr>
          <a:xfrm>
            <a:off x="257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dash29"/>
          <p:cNvSpPr/>
          <p:nvPr/>
        </p:nvSpPr>
        <p:spPr>
          <a:xfrm>
            <a:off x="266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dash30"/>
          <p:cNvSpPr/>
          <p:nvPr/>
        </p:nvSpPr>
        <p:spPr>
          <a:xfrm>
            <a:off x="276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dash31"/>
          <p:cNvSpPr/>
          <p:nvPr/>
        </p:nvSpPr>
        <p:spPr>
          <a:xfrm>
            <a:off x="285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dash32"/>
          <p:cNvSpPr/>
          <p:nvPr/>
        </p:nvSpPr>
        <p:spPr>
          <a:xfrm>
            <a:off x="295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dash33"/>
          <p:cNvSpPr/>
          <p:nvPr/>
        </p:nvSpPr>
        <p:spPr>
          <a:xfrm>
            <a:off x="304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dash34"/>
          <p:cNvSpPr/>
          <p:nvPr/>
        </p:nvSpPr>
        <p:spPr>
          <a:xfrm>
            <a:off x="314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dash35"/>
          <p:cNvSpPr/>
          <p:nvPr/>
        </p:nvSpPr>
        <p:spPr>
          <a:xfrm>
            <a:off x="323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dash36"/>
          <p:cNvSpPr/>
          <p:nvPr/>
        </p:nvSpPr>
        <p:spPr>
          <a:xfrm>
            <a:off x="333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dash37"/>
          <p:cNvSpPr/>
          <p:nvPr/>
        </p:nvSpPr>
        <p:spPr>
          <a:xfrm>
            <a:off x="342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dash38"/>
          <p:cNvSpPr/>
          <p:nvPr/>
        </p:nvSpPr>
        <p:spPr>
          <a:xfrm>
            <a:off x="352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dash39"/>
          <p:cNvSpPr/>
          <p:nvPr/>
        </p:nvSpPr>
        <p:spPr>
          <a:xfrm>
            <a:off x="361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7" name="dash40"/>
          <p:cNvSpPr/>
          <p:nvPr/>
        </p:nvSpPr>
        <p:spPr>
          <a:xfrm>
            <a:off x="371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dash41"/>
          <p:cNvSpPr/>
          <p:nvPr/>
        </p:nvSpPr>
        <p:spPr>
          <a:xfrm>
            <a:off x="381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dash42"/>
          <p:cNvSpPr/>
          <p:nvPr/>
        </p:nvSpPr>
        <p:spPr>
          <a:xfrm>
            <a:off x="390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dash43"/>
          <p:cNvSpPr/>
          <p:nvPr/>
        </p:nvSpPr>
        <p:spPr>
          <a:xfrm>
            <a:off x="400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dash44"/>
          <p:cNvSpPr/>
          <p:nvPr/>
        </p:nvSpPr>
        <p:spPr>
          <a:xfrm>
            <a:off x="409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dash45"/>
          <p:cNvSpPr/>
          <p:nvPr/>
        </p:nvSpPr>
        <p:spPr>
          <a:xfrm>
            <a:off x="419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dash46"/>
          <p:cNvSpPr/>
          <p:nvPr/>
        </p:nvSpPr>
        <p:spPr>
          <a:xfrm>
            <a:off x="428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dash47"/>
          <p:cNvSpPr/>
          <p:nvPr/>
        </p:nvSpPr>
        <p:spPr>
          <a:xfrm>
            <a:off x="438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dash48"/>
          <p:cNvSpPr/>
          <p:nvPr/>
        </p:nvSpPr>
        <p:spPr>
          <a:xfrm>
            <a:off x="447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dash49"/>
          <p:cNvSpPr/>
          <p:nvPr/>
        </p:nvSpPr>
        <p:spPr>
          <a:xfrm>
            <a:off x="457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7" name="dash50"/>
          <p:cNvSpPr/>
          <p:nvPr/>
        </p:nvSpPr>
        <p:spPr>
          <a:xfrm>
            <a:off x="466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dash51"/>
          <p:cNvSpPr/>
          <p:nvPr/>
        </p:nvSpPr>
        <p:spPr>
          <a:xfrm>
            <a:off x="476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dash52"/>
          <p:cNvSpPr/>
          <p:nvPr/>
        </p:nvSpPr>
        <p:spPr>
          <a:xfrm>
            <a:off x="485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dash53"/>
          <p:cNvSpPr/>
          <p:nvPr/>
        </p:nvSpPr>
        <p:spPr>
          <a:xfrm>
            <a:off x="495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dash54"/>
          <p:cNvSpPr/>
          <p:nvPr/>
        </p:nvSpPr>
        <p:spPr>
          <a:xfrm>
            <a:off x="504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dash55"/>
          <p:cNvSpPr/>
          <p:nvPr/>
        </p:nvSpPr>
        <p:spPr>
          <a:xfrm>
            <a:off x="514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dash56"/>
          <p:cNvSpPr/>
          <p:nvPr/>
        </p:nvSpPr>
        <p:spPr>
          <a:xfrm>
            <a:off x="523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dash57"/>
          <p:cNvSpPr/>
          <p:nvPr/>
        </p:nvSpPr>
        <p:spPr>
          <a:xfrm>
            <a:off x="533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5" name="dash58"/>
          <p:cNvSpPr/>
          <p:nvPr/>
        </p:nvSpPr>
        <p:spPr>
          <a:xfrm>
            <a:off x="542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dash59"/>
          <p:cNvSpPr/>
          <p:nvPr/>
        </p:nvSpPr>
        <p:spPr>
          <a:xfrm>
            <a:off x="552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dash60"/>
          <p:cNvSpPr/>
          <p:nvPr/>
        </p:nvSpPr>
        <p:spPr>
          <a:xfrm>
            <a:off x="561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dash61"/>
          <p:cNvSpPr/>
          <p:nvPr/>
        </p:nvSpPr>
        <p:spPr>
          <a:xfrm>
            <a:off x="571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dash62"/>
          <p:cNvSpPr/>
          <p:nvPr/>
        </p:nvSpPr>
        <p:spPr>
          <a:xfrm>
            <a:off x="581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dash63"/>
          <p:cNvSpPr/>
          <p:nvPr/>
        </p:nvSpPr>
        <p:spPr>
          <a:xfrm>
            <a:off x="590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dash64"/>
          <p:cNvSpPr/>
          <p:nvPr/>
        </p:nvSpPr>
        <p:spPr>
          <a:xfrm>
            <a:off x="600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dash65"/>
          <p:cNvSpPr/>
          <p:nvPr/>
        </p:nvSpPr>
        <p:spPr>
          <a:xfrm>
            <a:off x="609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dash66"/>
          <p:cNvSpPr/>
          <p:nvPr/>
        </p:nvSpPr>
        <p:spPr>
          <a:xfrm>
            <a:off x="619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dash67"/>
          <p:cNvSpPr/>
          <p:nvPr/>
        </p:nvSpPr>
        <p:spPr>
          <a:xfrm>
            <a:off x="628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dash68"/>
          <p:cNvSpPr/>
          <p:nvPr/>
        </p:nvSpPr>
        <p:spPr>
          <a:xfrm>
            <a:off x="638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dash69"/>
          <p:cNvSpPr/>
          <p:nvPr/>
        </p:nvSpPr>
        <p:spPr>
          <a:xfrm>
            <a:off x="647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dash70"/>
          <p:cNvSpPr/>
          <p:nvPr/>
        </p:nvSpPr>
        <p:spPr>
          <a:xfrm>
            <a:off x="657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dash71"/>
          <p:cNvSpPr/>
          <p:nvPr/>
        </p:nvSpPr>
        <p:spPr>
          <a:xfrm>
            <a:off x="666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9" name="dash72"/>
          <p:cNvSpPr/>
          <p:nvPr/>
        </p:nvSpPr>
        <p:spPr>
          <a:xfrm>
            <a:off x="676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dash73"/>
          <p:cNvSpPr/>
          <p:nvPr/>
        </p:nvSpPr>
        <p:spPr>
          <a:xfrm>
            <a:off x="685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dash74"/>
          <p:cNvSpPr/>
          <p:nvPr/>
        </p:nvSpPr>
        <p:spPr>
          <a:xfrm>
            <a:off x="695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dash75"/>
          <p:cNvSpPr/>
          <p:nvPr/>
        </p:nvSpPr>
        <p:spPr>
          <a:xfrm>
            <a:off x="704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dash76"/>
          <p:cNvSpPr/>
          <p:nvPr/>
        </p:nvSpPr>
        <p:spPr>
          <a:xfrm>
            <a:off x="714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dash77"/>
          <p:cNvSpPr/>
          <p:nvPr/>
        </p:nvSpPr>
        <p:spPr>
          <a:xfrm>
            <a:off x="723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5" name="dash78"/>
          <p:cNvSpPr/>
          <p:nvPr/>
        </p:nvSpPr>
        <p:spPr>
          <a:xfrm>
            <a:off x="733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dash79"/>
          <p:cNvSpPr/>
          <p:nvPr/>
        </p:nvSpPr>
        <p:spPr>
          <a:xfrm>
            <a:off x="742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7" name="dash80"/>
          <p:cNvSpPr/>
          <p:nvPr/>
        </p:nvSpPr>
        <p:spPr>
          <a:xfrm>
            <a:off x="752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8" name="dash81"/>
          <p:cNvSpPr/>
          <p:nvPr/>
        </p:nvSpPr>
        <p:spPr>
          <a:xfrm>
            <a:off x="762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9" name="dash82"/>
          <p:cNvSpPr/>
          <p:nvPr/>
        </p:nvSpPr>
        <p:spPr>
          <a:xfrm>
            <a:off x="771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dash83"/>
          <p:cNvSpPr/>
          <p:nvPr/>
        </p:nvSpPr>
        <p:spPr>
          <a:xfrm>
            <a:off x="781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dash84"/>
          <p:cNvSpPr/>
          <p:nvPr/>
        </p:nvSpPr>
        <p:spPr>
          <a:xfrm>
            <a:off x="790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2" name="dash85"/>
          <p:cNvSpPr/>
          <p:nvPr/>
        </p:nvSpPr>
        <p:spPr>
          <a:xfrm>
            <a:off x="800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3" name="dash86"/>
          <p:cNvSpPr/>
          <p:nvPr/>
        </p:nvSpPr>
        <p:spPr>
          <a:xfrm>
            <a:off x="809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4" name="dash87"/>
          <p:cNvSpPr/>
          <p:nvPr/>
        </p:nvSpPr>
        <p:spPr>
          <a:xfrm>
            <a:off x="819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5" name="dash88"/>
          <p:cNvSpPr/>
          <p:nvPr/>
        </p:nvSpPr>
        <p:spPr>
          <a:xfrm>
            <a:off x="828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6" name="dash89"/>
          <p:cNvSpPr/>
          <p:nvPr/>
        </p:nvSpPr>
        <p:spPr>
          <a:xfrm>
            <a:off x="838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7" name="dash90"/>
          <p:cNvSpPr/>
          <p:nvPr/>
        </p:nvSpPr>
        <p:spPr>
          <a:xfrm>
            <a:off x="847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8" name="dash91"/>
          <p:cNvSpPr/>
          <p:nvPr/>
        </p:nvSpPr>
        <p:spPr>
          <a:xfrm>
            <a:off x="857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9" name="dash92"/>
          <p:cNvSpPr/>
          <p:nvPr/>
        </p:nvSpPr>
        <p:spPr>
          <a:xfrm>
            <a:off x="866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0" name="dash93"/>
          <p:cNvSpPr/>
          <p:nvPr/>
        </p:nvSpPr>
        <p:spPr>
          <a:xfrm>
            <a:off x="876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1" name="dash94"/>
          <p:cNvSpPr/>
          <p:nvPr/>
        </p:nvSpPr>
        <p:spPr>
          <a:xfrm>
            <a:off x="885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2" name="dash95"/>
          <p:cNvSpPr/>
          <p:nvPr/>
        </p:nvSpPr>
        <p:spPr>
          <a:xfrm>
            <a:off x="895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3" name="dash96"/>
          <p:cNvSpPr/>
          <p:nvPr/>
        </p:nvSpPr>
        <p:spPr>
          <a:xfrm>
            <a:off x="904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4" name="dash97"/>
          <p:cNvSpPr/>
          <p:nvPr/>
        </p:nvSpPr>
        <p:spPr>
          <a:xfrm>
            <a:off x="914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5" name="dash98"/>
          <p:cNvSpPr/>
          <p:nvPr/>
        </p:nvSpPr>
        <p:spPr>
          <a:xfrm>
            <a:off x="923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6" name="dash99"/>
          <p:cNvSpPr/>
          <p:nvPr/>
        </p:nvSpPr>
        <p:spPr>
          <a:xfrm>
            <a:off x="933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7" name="dash100"/>
          <p:cNvSpPr/>
          <p:nvPr/>
        </p:nvSpPr>
        <p:spPr>
          <a:xfrm>
            <a:off x="942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8" name="dash101"/>
          <p:cNvSpPr/>
          <p:nvPr/>
        </p:nvSpPr>
        <p:spPr>
          <a:xfrm>
            <a:off x="952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9" name="dash102"/>
          <p:cNvSpPr/>
          <p:nvPr/>
        </p:nvSpPr>
        <p:spPr>
          <a:xfrm>
            <a:off x="962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0" name="dash103"/>
          <p:cNvSpPr/>
          <p:nvPr/>
        </p:nvSpPr>
        <p:spPr>
          <a:xfrm>
            <a:off x="971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1" name="dash104"/>
          <p:cNvSpPr/>
          <p:nvPr/>
        </p:nvSpPr>
        <p:spPr>
          <a:xfrm>
            <a:off x="981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2" name="dash105"/>
          <p:cNvSpPr/>
          <p:nvPr/>
        </p:nvSpPr>
        <p:spPr>
          <a:xfrm>
            <a:off x="990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3" name="dash106"/>
          <p:cNvSpPr/>
          <p:nvPr/>
        </p:nvSpPr>
        <p:spPr>
          <a:xfrm>
            <a:off x="1000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4" name="dash107"/>
          <p:cNvSpPr/>
          <p:nvPr/>
        </p:nvSpPr>
        <p:spPr>
          <a:xfrm>
            <a:off x="1009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5" name="dash108"/>
          <p:cNvSpPr/>
          <p:nvPr/>
        </p:nvSpPr>
        <p:spPr>
          <a:xfrm>
            <a:off x="1019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6" name="dash109"/>
          <p:cNvSpPr/>
          <p:nvPr/>
        </p:nvSpPr>
        <p:spPr>
          <a:xfrm>
            <a:off x="1028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7" name="dash110"/>
          <p:cNvSpPr/>
          <p:nvPr/>
        </p:nvSpPr>
        <p:spPr>
          <a:xfrm>
            <a:off x="1038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8" name="dash111"/>
          <p:cNvSpPr/>
          <p:nvPr/>
        </p:nvSpPr>
        <p:spPr>
          <a:xfrm>
            <a:off x="1047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9" name="dash112"/>
          <p:cNvSpPr/>
          <p:nvPr/>
        </p:nvSpPr>
        <p:spPr>
          <a:xfrm>
            <a:off x="1057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0" name="dash113"/>
          <p:cNvSpPr/>
          <p:nvPr/>
        </p:nvSpPr>
        <p:spPr>
          <a:xfrm>
            <a:off x="1066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1" name="dash114"/>
          <p:cNvSpPr/>
          <p:nvPr/>
        </p:nvSpPr>
        <p:spPr>
          <a:xfrm>
            <a:off x="1076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2" name="dash115"/>
          <p:cNvSpPr/>
          <p:nvPr/>
        </p:nvSpPr>
        <p:spPr>
          <a:xfrm>
            <a:off x="1085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3" name="dash116"/>
          <p:cNvSpPr/>
          <p:nvPr/>
        </p:nvSpPr>
        <p:spPr>
          <a:xfrm>
            <a:off x="1095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4" name="dash117"/>
          <p:cNvSpPr/>
          <p:nvPr/>
        </p:nvSpPr>
        <p:spPr>
          <a:xfrm>
            <a:off x="1104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5" name="dash118"/>
          <p:cNvSpPr/>
          <p:nvPr/>
        </p:nvSpPr>
        <p:spPr>
          <a:xfrm>
            <a:off x="1114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6" name="dash119"/>
          <p:cNvSpPr/>
          <p:nvPr/>
        </p:nvSpPr>
        <p:spPr>
          <a:xfrm>
            <a:off x="1123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7" name="dash120"/>
          <p:cNvSpPr/>
          <p:nvPr/>
        </p:nvSpPr>
        <p:spPr>
          <a:xfrm>
            <a:off x="1133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8" name="dash121"/>
          <p:cNvSpPr/>
          <p:nvPr/>
        </p:nvSpPr>
        <p:spPr>
          <a:xfrm>
            <a:off x="1143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9" name="dash122"/>
          <p:cNvSpPr/>
          <p:nvPr/>
        </p:nvSpPr>
        <p:spPr>
          <a:xfrm>
            <a:off x="1152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0" name="dash123"/>
          <p:cNvSpPr/>
          <p:nvPr/>
        </p:nvSpPr>
        <p:spPr>
          <a:xfrm>
            <a:off x="1162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1" name="dash124"/>
          <p:cNvSpPr/>
          <p:nvPr/>
        </p:nvSpPr>
        <p:spPr>
          <a:xfrm>
            <a:off x="1171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2" name="dash125"/>
          <p:cNvSpPr/>
          <p:nvPr/>
        </p:nvSpPr>
        <p:spPr>
          <a:xfrm>
            <a:off x="1181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3" name="dash126"/>
          <p:cNvSpPr/>
          <p:nvPr/>
        </p:nvSpPr>
        <p:spPr>
          <a:xfrm>
            <a:off x="1190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4" name="dash127"/>
          <p:cNvSpPr/>
          <p:nvPr/>
        </p:nvSpPr>
        <p:spPr>
          <a:xfrm>
            <a:off x="1200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5" name="dash128"/>
          <p:cNvSpPr/>
          <p:nvPr/>
        </p:nvSpPr>
        <p:spPr>
          <a:xfrm>
            <a:off x="1209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136" name="cloud1" descr="assets/c11/clou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6647974"/>
            <a:ext cx="76200" cy="38100"/>
          </a:xfrm>
          <a:prstGeom prst="rect">
            <a:avLst/>
          </a:prstGeom>
        </p:spPr>
      </p:pic>
      <p:pic>
        <p:nvPicPr>
          <p:cNvPr id="137" name="cloud2" descr="assets/c11/clou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6678454"/>
            <a:ext cx="57150" cy="28575"/>
          </a:xfrm>
          <a:prstGeom prst="rect">
            <a:avLst/>
          </a:prstGeom>
        </p:spPr>
      </p:pic>
      <p:pic>
        <p:nvPicPr>
          <p:cNvPr id="138" name="scoretag" descr="assets/text/cscore_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5" y="6655689"/>
            <a:ext cx="1315430" cy="173736"/>
          </a:xfrm>
          <a:prstGeom prst="rect">
            <a:avLst/>
          </a:prstGeom>
        </p:spPr>
      </p:pic>
      <p:pic>
        <p:nvPicPr>
          <p:cNvPr id="139" name="cactus" descr="assets/c11/cact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43200" y="6791325"/>
            <a:ext cx="47625" cy="57150"/>
          </a:xfrm>
          <a:prstGeom prst="rect">
            <a:avLst/>
          </a:prstGeom>
        </p:spPr>
      </p:pic>
      <p:pic>
        <p:nvPicPr>
          <p:cNvPr id="140" name="rock" descr="assets/c11/r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43200" y="6819900"/>
            <a:ext cx="57150" cy="28575"/>
          </a:xfrm>
          <a:prstGeom prst="rect">
            <a:avLst/>
          </a:prstGeom>
        </p:spPr>
      </p:pic>
      <p:pic>
        <p:nvPicPr>
          <p:cNvPr id="141" name="chest" descr="assets/c11/ch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791325"/>
            <a:ext cx="76200" cy="57150"/>
          </a:xfrm>
          <a:prstGeom prst="rect">
            <a:avLst/>
          </a:prstGeom>
        </p:spPr>
      </p:pic>
      <p:pic>
        <p:nvPicPr>
          <p:cNvPr id="142" name="heartF1" descr="assets/c11/heart_ful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9265" y="6772275"/>
            <a:ext cx="57150" cy="57150"/>
          </a:xfrm>
          <a:prstGeom prst="rect">
            <a:avLst/>
          </a:prstGeom>
        </p:spPr>
      </p:pic>
      <p:pic>
        <p:nvPicPr>
          <p:cNvPr id="143" name="heartF2" descr="assets/c11/heart_fu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75465" y="6772275"/>
            <a:ext cx="57150" cy="57150"/>
          </a:xfrm>
          <a:prstGeom prst="rect">
            <a:avLst/>
          </a:prstGeom>
        </p:spPr>
      </p:pic>
      <p:pic>
        <p:nvPicPr>
          <p:cNvPr id="144" name="heartF3" descr="assets/c11/heart_ful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51665" y="6772275"/>
            <a:ext cx="57150" cy="57150"/>
          </a:xfrm>
          <a:prstGeom prst="rect">
            <a:avLst/>
          </a:prstGeom>
        </p:spPr>
      </p:pic>
      <p:pic>
        <p:nvPicPr>
          <p:cNvPr id="145" name="heartE1" descr="assets/c11/heart_empt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6" name="heartE2" descr="assets/c11/heart_empt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7" name="heartE3" descr="assets/c11/heart_empt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8" name="man_runA" descr="assets/c11/man_run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4695" y="6743700"/>
            <a:ext cx="85725" cy="104775"/>
          </a:xfrm>
          <a:prstGeom prst="rect">
            <a:avLst/>
          </a:prstGeom>
        </p:spPr>
      </p:pic>
      <p:pic>
        <p:nvPicPr>
          <p:cNvPr id="149" name="man_runB" descr="assets/c11/man_run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6743700"/>
            <a:ext cx="85725" cy="104775"/>
          </a:xfrm>
          <a:prstGeom prst="rect">
            <a:avLst/>
          </a:prstGeom>
        </p:spPr>
      </p:pic>
      <p:pic>
        <p:nvPicPr>
          <p:cNvPr id="150" name="man_jump" descr="assets/c11/man_jum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6743700"/>
            <a:ext cx="85725" cy="104775"/>
          </a:xfrm>
          <a:prstGeom prst="rect">
            <a:avLst/>
          </a:prstGeom>
        </p:spPr>
      </p:pic>
      <p:pic>
        <p:nvPicPr>
          <p:cNvPr id="151" name="man_idle" descr="assets/c11/man_idl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743200" y="6743700"/>
            <a:ext cx="85725" cy="104775"/>
          </a:xfrm>
          <a:prstGeom prst="rect">
            <a:avLst/>
          </a:prstGeom>
        </p:spPr>
      </p:pic>
      <p:sp>
        <p:nvSpPr>
          <p:cNvPr id="152" name="timerbar"/>
          <p:cNvSpPr/>
          <p:nvPr/>
        </p:nvSpPr>
        <p:spPr>
          <a:xfrm>
            <a:off x="10728655" y="6715125"/>
            <a:ext cx="1280160" cy="381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3" name="timetext"/>
          <p:cNvSpPr/>
          <p:nvPr/>
        </p:nvSpPr>
        <p:spPr>
          <a:xfrm>
            <a:off x="9942271" y="663359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800" dirty="0"/>
          </a:p>
        </p:txBody>
      </p:sp>
      <p:sp>
        <p:nvSpPr>
          <p:cNvPr id="154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800" dirty="0"/>
          </a:p>
        </p:txBody>
      </p:sp>
      <p:sp>
        <p:nvSpPr>
          <p:cNvPr id="155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454434" cy="201168"/>
          </a:xfrm>
          <a:prstGeom prst="rect">
            <a:avLst/>
          </a:prstGeom>
        </p:spPr>
      </p:pic>
      <p:pic>
        <p:nvPicPr>
          <p:cNvPr id="6" name="Image 1" descr="assets/text/ct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637929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cells · runner 0.09in · ink + grays · bottom edge · 90s budget</a:t>
            </a:r>
            <a:endParaRPr lang="en-US" sz="1050" dirty="0"/>
          </a:p>
        </p:txBody>
      </p:sp>
      <p:pic>
        <p:nvPicPr>
          <p:cNvPr id="8" name="skyline" descr="assets/c9/skyline_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1797" y="6734175"/>
            <a:ext cx="24383390" cy="123825"/>
          </a:xfrm>
          <a:prstGeom prst="rect">
            <a:avLst/>
          </a:prstGeom>
        </p:spPr>
      </p:pic>
      <p:pic>
        <p:nvPicPr>
          <p:cNvPr id="9" name="cloud1" descr="assets/c9/clou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6687026"/>
            <a:ext cx="76200" cy="38100"/>
          </a:xfrm>
          <a:prstGeom prst="rect">
            <a:avLst/>
          </a:prstGeom>
        </p:spPr>
      </p:pic>
      <p:pic>
        <p:nvPicPr>
          <p:cNvPr id="10" name="cloud2" descr="assets/c9/cloud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6713696"/>
            <a:ext cx="57150" cy="28575"/>
          </a:xfrm>
          <a:prstGeom prst="rect">
            <a:avLst/>
          </a:prstGeom>
        </p:spPr>
      </p:pic>
      <p:pic>
        <p:nvPicPr>
          <p:cNvPr id="11" name="scoretag" descr="assets/text/cscore_0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5" y="6665214"/>
            <a:ext cx="1315430" cy="173736"/>
          </a:xfrm>
          <a:prstGeom prst="rect">
            <a:avLst/>
          </a:prstGeom>
        </p:spPr>
      </p:pic>
      <p:pic>
        <p:nvPicPr>
          <p:cNvPr id="12" name="cactus" descr="assets/c9/cact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43200" y="6810375"/>
            <a:ext cx="38100" cy="47625"/>
          </a:xfrm>
          <a:prstGeom prst="rect">
            <a:avLst/>
          </a:prstGeom>
        </p:spPr>
      </p:pic>
      <p:pic>
        <p:nvPicPr>
          <p:cNvPr id="13" name="rock" descr="assets/c9/r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829425"/>
            <a:ext cx="57150" cy="28575"/>
          </a:xfrm>
          <a:prstGeom prst="rect">
            <a:avLst/>
          </a:prstGeom>
        </p:spPr>
      </p:pic>
      <p:pic>
        <p:nvPicPr>
          <p:cNvPr id="14" name="chest" descr="assets/c9/ch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43200" y="6800850"/>
            <a:ext cx="76200" cy="57150"/>
          </a:xfrm>
          <a:prstGeom prst="rect">
            <a:avLst/>
          </a:prstGeom>
        </p:spPr>
      </p:pic>
      <p:pic>
        <p:nvPicPr>
          <p:cNvPr id="15" name="heartF1" descr="assets/c9/heart_fu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99265" y="6781800"/>
            <a:ext cx="57150" cy="57150"/>
          </a:xfrm>
          <a:prstGeom prst="rect">
            <a:avLst/>
          </a:prstGeom>
        </p:spPr>
      </p:pic>
      <p:pic>
        <p:nvPicPr>
          <p:cNvPr id="16" name="heartF2" descr="assets/c9/heart_ful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75465" y="6781800"/>
            <a:ext cx="57150" cy="57150"/>
          </a:xfrm>
          <a:prstGeom prst="rect">
            <a:avLst/>
          </a:prstGeom>
        </p:spPr>
      </p:pic>
      <p:pic>
        <p:nvPicPr>
          <p:cNvPr id="17" name="heartF3" descr="assets/c9/heart_ful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51665" y="6781800"/>
            <a:ext cx="57150" cy="57150"/>
          </a:xfrm>
          <a:prstGeom prst="rect">
            <a:avLst/>
          </a:prstGeom>
        </p:spPr>
      </p:pic>
      <p:pic>
        <p:nvPicPr>
          <p:cNvPr id="18" name="heartE1" descr="assets/c9/heart_empt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781800"/>
            <a:ext cx="57150" cy="57150"/>
          </a:xfrm>
          <a:prstGeom prst="rect">
            <a:avLst/>
          </a:prstGeom>
        </p:spPr>
      </p:pic>
      <p:pic>
        <p:nvPicPr>
          <p:cNvPr id="19" name="heartE2" descr="assets/c9/heart_empt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781800"/>
            <a:ext cx="57150" cy="57150"/>
          </a:xfrm>
          <a:prstGeom prst="rect">
            <a:avLst/>
          </a:prstGeom>
        </p:spPr>
      </p:pic>
      <p:pic>
        <p:nvPicPr>
          <p:cNvPr id="20" name="heartE3" descr="assets/c9/heart_empt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6781800"/>
            <a:ext cx="57150" cy="57150"/>
          </a:xfrm>
          <a:prstGeom prst="rect">
            <a:avLst/>
          </a:prstGeom>
        </p:spPr>
      </p:pic>
      <p:pic>
        <p:nvPicPr>
          <p:cNvPr id="21" name="man_runA" descr="assets/c9/man_runA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4695" y="6772275"/>
            <a:ext cx="66675" cy="85725"/>
          </a:xfrm>
          <a:prstGeom prst="rect">
            <a:avLst/>
          </a:prstGeom>
        </p:spPr>
      </p:pic>
      <p:pic>
        <p:nvPicPr>
          <p:cNvPr id="22" name="man_runB" descr="assets/c9/man_run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6772275"/>
            <a:ext cx="66675" cy="85725"/>
          </a:xfrm>
          <a:prstGeom prst="rect">
            <a:avLst/>
          </a:prstGeom>
        </p:spPr>
      </p:pic>
      <p:pic>
        <p:nvPicPr>
          <p:cNvPr id="23" name="man_jump" descr="assets/c9/man_jum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743200" y="6772275"/>
            <a:ext cx="66675" cy="85725"/>
          </a:xfrm>
          <a:prstGeom prst="rect">
            <a:avLst/>
          </a:prstGeom>
        </p:spPr>
      </p:pic>
      <p:pic>
        <p:nvPicPr>
          <p:cNvPr id="24" name="man_idle" descr="assets/c9/man_idl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743200" y="6772275"/>
            <a:ext cx="66675" cy="85725"/>
          </a:xfrm>
          <a:prstGeom prst="rect">
            <a:avLst/>
          </a:prstGeom>
        </p:spPr>
      </p:pic>
      <p:sp>
        <p:nvSpPr>
          <p:cNvPr id="25" name="timerbar"/>
          <p:cNvSpPr/>
          <p:nvPr/>
        </p:nvSpPr>
        <p:spPr>
          <a:xfrm>
            <a:off x="10728655" y="6724650"/>
            <a:ext cx="1280160" cy="381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timetext"/>
          <p:cNvSpPr/>
          <p:nvPr/>
        </p:nvSpPr>
        <p:spPr>
          <a:xfrm>
            <a:off x="9942271" y="66431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800" dirty="0"/>
          </a:p>
        </p:txBody>
      </p:sp>
      <p:sp>
        <p:nvSpPr>
          <p:cNvPr id="27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800" dirty="0"/>
          </a:p>
        </p:txBody>
      </p:sp>
      <p:sp>
        <p:nvSpPr>
          <p:cNvPr id="28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454434" cy="201168"/>
          </a:xfrm>
          <a:prstGeom prst="rect">
            <a:avLst/>
          </a:prstGeom>
        </p:spPr>
      </p:pic>
      <p:pic>
        <p:nvPicPr>
          <p:cNvPr id="6" name="Image 1" descr="assets/text/ct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637929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cells · runner 0.07in · ink · dashed bottom line · 120s budget · zoomed out</a:t>
            </a:r>
            <a:endParaRPr lang="en-US" sz="1050" dirty="0"/>
          </a:p>
        </p:txBody>
      </p:sp>
      <p:sp>
        <p:nvSpPr>
          <p:cNvPr id="8" name="dash1"/>
          <p:cNvSpPr/>
          <p:nvPr/>
        </p:nvSpPr>
        <p:spPr>
          <a:xfrm>
            <a:off x="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dash2"/>
          <p:cNvSpPr/>
          <p:nvPr/>
        </p:nvSpPr>
        <p:spPr>
          <a:xfrm>
            <a:off x="9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dash3"/>
          <p:cNvSpPr/>
          <p:nvPr/>
        </p:nvSpPr>
        <p:spPr>
          <a:xfrm>
            <a:off x="19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dash4"/>
          <p:cNvSpPr/>
          <p:nvPr/>
        </p:nvSpPr>
        <p:spPr>
          <a:xfrm>
            <a:off x="28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dash5"/>
          <p:cNvSpPr/>
          <p:nvPr/>
        </p:nvSpPr>
        <p:spPr>
          <a:xfrm>
            <a:off x="38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dash6"/>
          <p:cNvSpPr/>
          <p:nvPr/>
        </p:nvSpPr>
        <p:spPr>
          <a:xfrm>
            <a:off x="47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dash7"/>
          <p:cNvSpPr/>
          <p:nvPr/>
        </p:nvSpPr>
        <p:spPr>
          <a:xfrm>
            <a:off x="57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dash8"/>
          <p:cNvSpPr/>
          <p:nvPr/>
        </p:nvSpPr>
        <p:spPr>
          <a:xfrm>
            <a:off x="66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dash9"/>
          <p:cNvSpPr/>
          <p:nvPr/>
        </p:nvSpPr>
        <p:spPr>
          <a:xfrm>
            <a:off x="76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dash10"/>
          <p:cNvSpPr/>
          <p:nvPr/>
        </p:nvSpPr>
        <p:spPr>
          <a:xfrm>
            <a:off x="85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dash11"/>
          <p:cNvSpPr/>
          <p:nvPr/>
        </p:nvSpPr>
        <p:spPr>
          <a:xfrm>
            <a:off x="95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dash12"/>
          <p:cNvSpPr/>
          <p:nvPr/>
        </p:nvSpPr>
        <p:spPr>
          <a:xfrm>
            <a:off x="104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dash13"/>
          <p:cNvSpPr/>
          <p:nvPr/>
        </p:nvSpPr>
        <p:spPr>
          <a:xfrm>
            <a:off x="114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dash14"/>
          <p:cNvSpPr/>
          <p:nvPr/>
        </p:nvSpPr>
        <p:spPr>
          <a:xfrm>
            <a:off x="123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dash15"/>
          <p:cNvSpPr/>
          <p:nvPr/>
        </p:nvSpPr>
        <p:spPr>
          <a:xfrm>
            <a:off x="133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dash16"/>
          <p:cNvSpPr/>
          <p:nvPr/>
        </p:nvSpPr>
        <p:spPr>
          <a:xfrm>
            <a:off x="142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dash17"/>
          <p:cNvSpPr/>
          <p:nvPr/>
        </p:nvSpPr>
        <p:spPr>
          <a:xfrm>
            <a:off x="152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dash18"/>
          <p:cNvSpPr/>
          <p:nvPr/>
        </p:nvSpPr>
        <p:spPr>
          <a:xfrm>
            <a:off x="161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dash19"/>
          <p:cNvSpPr/>
          <p:nvPr/>
        </p:nvSpPr>
        <p:spPr>
          <a:xfrm>
            <a:off x="171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dash20"/>
          <p:cNvSpPr/>
          <p:nvPr/>
        </p:nvSpPr>
        <p:spPr>
          <a:xfrm>
            <a:off x="180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dash21"/>
          <p:cNvSpPr/>
          <p:nvPr/>
        </p:nvSpPr>
        <p:spPr>
          <a:xfrm>
            <a:off x="190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dash22"/>
          <p:cNvSpPr/>
          <p:nvPr/>
        </p:nvSpPr>
        <p:spPr>
          <a:xfrm>
            <a:off x="200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dash23"/>
          <p:cNvSpPr/>
          <p:nvPr/>
        </p:nvSpPr>
        <p:spPr>
          <a:xfrm>
            <a:off x="209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dash24"/>
          <p:cNvSpPr/>
          <p:nvPr/>
        </p:nvSpPr>
        <p:spPr>
          <a:xfrm>
            <a:off x="219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dash25"/>
          <p:cNvSpPr/>
          <p:nvPr/>
        </p:nvSpPr>
        <p:spPr>
          <a:xfrm>
            <a:off x="228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dash26"/>
          <p:cNvSpPr/>
          <p:nvPr/>
        </p:nvSpPr>
        <p:spPr>
          <a:xfrm>
            <a:off x="238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dash27"/>
          <p:cNvSpPr/>
          <p:nvPr/>
        </p:nvSpPr>
        <p:spPr>
          <a:xfrm>
            <a:off x="247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dash28"/>
          <p:cNvSpPr/>
          <p:nvPr/>
        </p:nvSpPr>
        <p:spPr>
          <a:xfrm>
            <a:off x="257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dash29"/>
          <p:cNvSpPr/>
          <p:nvPr/>
        </p:nvSpPr>
        <p:spPr>
          <a:xfrm>
            <a:off x="266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dash30"/>
          <p:cNvSpPr/>
          <p:nvPr/>
        </p:nvSpPr>
        <p:spPr>
          <a:xfrm>
            <a:off x="276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dash31"/>
          <p:cNvSpPr/>
          <p:nvPr/>
        </p:nvSpPr>
        <p:spPr>
          <a:xfrm>
            <a:off x="285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dash32"/>
          <p:cNvSpPr/>
          <p:nvPr/>
        </p:nvSpPr>
        <p:spPr>
          <a:xfrm>
            <a:off x="295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dash33"/>
          <p:cNvSpPr/>
          <p:nvPr/>
        </p:nvSpPr>
        <p:spPr>
          <a:xfrm>
            <a:off x="304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dash34"/>
          <p:cNvSpPr/>
          <p:nvPr/>
        </p:nvSpPr>
        <p:spPr>
          <a:xfrm>
            <a:off x="314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dash35"/>
          <p:cNvSpPr/>
          <p:nvPr/>
        </p:nvSpPr>
        <p:spPr>
          <a:xfrm>
            <a:off x="323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dash36"/>
          <p:cNvSpPr/>
          <p:nvPr/>
        </p:nvSpPr>
        <p:spPr>
          <a:xfrm>
            <a:off x="333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dash37"/>
          <p:cNvSpPr/>
          <p:nvPr/>
        </p:nvSpPr>
        <p:spPr>
          <a:xfrm>
            <a:off x="342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dash38"/>
          <p:cNvSpPr/>
          <p:nvPr/>
        </p:nvSpPr>
        <p:spPr>
          <a:xfrm>
            <a:off x="352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dash39"/>
          <p:cNvSpPr/>
          <p:nvPr/>
        </p:nvSpPr>
        <p:spPr>
          <a:xfrm>
            <a:off x="361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7" name="dash40"/>
          <p:cNvSpPr/>
          <p:nvPr/>
        </p:nvSpPr>
        <p:spPr>
          <a:xfrm>
            <a:off x="371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dash41"/>
          <p:cNvSpPr/>
          <p:nvPr/>
        </p:nvSpPr>
        <p:spPr>
          <a:xfrm>
            <a:off x="381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dash42"/>
          <p:cNvSpPr/>
          <p:nvPr/>
        </p:nvSpPr>
        <p:spPr>
          <a:xfrm>
            <a:off x="390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dash43"/>
          <p:cNvSpPr/>
          <p:nvPr/>
        </p:nvSpPr>
        <p:spPr>
          <a:xfrm>
            <a:off x="400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dash44"/>
          <p:cNvSpPr/>
          <p:nvPr/>
        </p:nvSpPr>
        <p:spPr>
          <a:xfrm>
            <a:off x="409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dash45"/>
          <p:cNvSpPr/>
          <p:nvPr/>
        </p:nvSpPr>
        <p:spPr>
          <a:xfrm>
            <a:off x="419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dash46"/>
          <p:cNvSpPr/>
          <p:nvPr/>
        </p:nvSpPr>
        <p:spPr>
          <a:xfrm>
            <a:off x="428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dash47"/>
          <p:cNvSpPr/>
          <p:nvPr/>
        </p:nvSpPr>
        <p:spPr>
          <a:xfrm>
            <a:off x="438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dash48"/>
          <p:cNvSpPr/>
          <p:nvPr/>
        </p:nvSpPr>
        <p:spPr>
          <a:xfrm>
            <a:off x="447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dash49"/>
          <p:cNvSpPr/>
          <p:nvPr/>
        </p:nvSpPr>
        <p:spPr>
          <a:xfrm>
            <a:off x="457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7" name="dash50"/>
          <p:cNvSpPr/>
          <p:nvPr/>
        </p:nvSpPr>
        <p:spPr>
          <a:xfrm>
            <a:off x="466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dash51"/>
          <p:cNvSpPr/>
          <p:nvPr/>
        </p:nvSpPr>
        <p:spPr>
          <a:xfrm>
            <a:off x="476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dash52"/>
          <p:cNvSpPr/>
          <p:nvPr/>
        </p:nvSpPr>
        <p:spPr>
          <a:xfrm>
            <a:off x="485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dash53"/>
          <p:cNvSpPr/>
          <p:nvPr/>
        </p:nvSpPr>
        <p:spPr>
          <a:xfrm>
            <a:off x="495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dash54"/>
          <p:cNvSpPr/>
          <p:nvPr/>
        </p:nvSpPr>
        <p:spPr>
          <a:xfrm>
            <a:off x="504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dash55"/>
          <p:cNvSpPr/>
          <p:nvPr/>
        </p:nvSpPr>
        <p:spPr>
          <a:xfrm>
            <a:off x="514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dash56"/>
          <p:cNvSpPr/>
          <p:nvPr/>
        </p:nvSpPr>
        <p:spPr>
          <a:xfrm>
            <a:off x="523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dash57"/>
          <p:cNvSpPr/>
          <p:nvPr/>
        </p:nvSpPr>
        <p:spPr>
          <a:xfrm>
            <a:off x="533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5" name="dash58"/>
          <p:cNvSpPr/>
          <p:nvPr/>
        </p:nvSpPr>
        <p:spPr>
          <a:xfrm>
            <a:off x="542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dash59"/>
          <p:cNvSpPr/>
          <p:nvPr/>
        </p:nvSpPr>
        <p:spPr>
          <a:xfrm>
            <a:off x="552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dash60"/>
          <p:cNvSpPr/>
          <p:nvPr/>
        </p:nvSpPr>
        <p:spPr>
          <a:xfrm>
            <a:off x="561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dash61"/>
          <p:cNvSpPr/>
          <p:nvPr/>
        </p:nvSpPr>
        <p:spPr>
          <a:xfrm>
            <a:off x="571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dash62"/>
          <p:cNvSpPr/>
          <p:nvPr/>
        </p:nvSpPr>
        <p:spPr>
          <a:xfrm>
            <a:off x="581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dash63"/>
          <p:cNvSpPr/>
          <p:nvPr/>
        </p:nvSpPr>
        <p:spPr>
          <a:xfrm>
            <a:off x="590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dash64"/>
          <p:cNvSpPr/>
          <p:nvPr/>
        </p:nvSpPr>
        <p:spPr>
          <a:xfrm>
            <a:off x="600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dash65"/>
          <p:cNvSpPr/>
          <p:nvPr/>
        </p:nvSpPr>
        <p:spPr>
          <a:xfrm>
            <a:off x="609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dash66"/>
          <p:cNvSpPr/>
          <p:nvPr/>
        </p:nvSpPr>
        <p:spPr>
          <a:xfrm>
            <a:off x="619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dash67"/>
          <p:cNvSpPr/>
          <p:nvPr/>
        </p:nvSpPr>
        <p:spPr>
          <a:xfrm>
            <a:off x="628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dash68"/>
          <p:cNvSpPr/>
          <p:nvPr/>
        </p:nvSpPr>
        <p:spPr>
          <a:xfrm>
            <a:off x="638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dash69"/>
          <p:cNvSpPr/>
          <p:nvPr/>
        </p:nvSpPr>
        <p:spPr>
          <a:xfrm>
            <a:off x="647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dash70"/>
          <p:cNvSpPr/>
          <p:nvPr/>
        </p:nvSpPr>
        <p:spPr>
          <a:xfrm>
            <a:off x="657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dash71"/>
          <p:cNvSpPr/>
          <p:nvPr/>
        </p:nvSpPr>
        <p:spPr>
          <a:xfrm>
            <a:off x="666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9" name="dash72"/>
          <p:cNvSpPr/>
          <p:nvPr/>
        </p:nvSpPr>
        <p:spPr>
          <a:xfrm>
            <a:off x="676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dash73"/>
          <p:cNvSpPr/>
          <p:nvPr/>
        </p:nvSpPr>
        <p:spPr>
          <a:xfrm>
            <a:off x="685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dash74"/>
          <p:cNvSpPr/>
          <p:nvPr/>
        </p:nvSpPr>
        <p:spPr>
          <a:xfrm>
            <a:off x="695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dash75"/>
          <p:cNvSpPr/>
          <p:nvPr/>
        </p:nvSpPr>
        <p:spPr>
          <a:xfrm>
            <a:off x="704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dash76"/>
          <p:cNvSpPr/>
          <p:nvPr/>
        </p:nvSpPr>
        <p:spPr>
          <a:xfrm>
            <a:off x="714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dash77"/>
          <p:cNvSpPr/>
          <p:nvPr/>
        </p:nvSpPr>
        <p:spPr>
          <a:xfrm>
            <a:off x="723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5" name="dash78"/>
          <p:cNvSpPr/>
          <p:nvPr/>
        </p:nvSpPr>
        <p:spPr>
          <a:xfrm>
            <a:off x="733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dash79"/>
          <p:cNvSpPr/>
          <p:nvPr/>
        </p:nvSpPr>
        <p:spPr>
          <a:xfrm>
            <a:off x="742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7" name="dash80"/>
          <p:cNvSpPr/>
          <p:nvPr/>
        </p:nvSpPr>
        <p:spPr>
          <a:xfrm>
            <a:off x="752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8" name="dash81"/>
          <p:cNvSpPr/>
          <p:nvPr/>
        </p:nvSpPr>
        <p:spPr>
          <a:xfrm>
            <a:off x="762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9" name="dash82"/>
          <p:cNvSpPr/>
          <p:nvPr/>
        </p:nvSpPr>
        <p:spPr>
          <a:xfrm>
            <a:off x="771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dash83"/>
          <p:cNvSpPr/>
          <p:nvPr/>
        </p:nvSpPr>
        <p:spPr>
          <a:xfrm>
            <a:off x="781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dash84"/>
          <p:cNvSpPr/>
          <p:nvPr/>
        </p:nvSpPr>
        <p:spPr>
          <a:xfrm>
            <a:off x="790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2" name="dash85"/>
          <p:cNvSpPr/>
          <p:nvPr/>
        </p:nvSpPr>
        <p:spPr>
          <a:xfrm>
            <a:off x="800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3" name="dash86"/>
          <p:cNvSpPr/>
          <p:nvPr/>
        </p:nvSpPr>
        <p:spPr>
          <a:xfrm>
            <a:off x="809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4" name="dash87"/>
          <p:cNvSpPr/>
          <p:nvPr/>
        </p:nvSpPr>
        <p:spPr>
          <a:xfrm>
            <a:off x="819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5" name="dash88"/>
          <p:cNvSpPr/>
          <p:nvPr/>
        </p:nvSpPr>
        <p:spPr>
          <a:xfrm>
            <a:off x="828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6" name="dash89"/>
          <p:cNvSpPr/>
          <p:nvPr/>
        </p:nvSpPr>
        <p:spPr>
          <a:xfrm>
            <a:off x="838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7" name="dash90"/>
          <p:cNvSpPr/>
          <p:nvPr/>
        </p:nvSpPr>
        <p:spPr>
          <a:xfrm>
            <a:off x="847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8" name="dash91"/>
          <p:cNvSpPr/>
          <p:nvPr/>
        </p:nvSpPr>
        <p:spPr>
          <a:xfrm>
            <a:off x="857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9" name="dash92"/>
          <p:cNvSpPr/>
          <p:nvPr/>
        </p:nvSpPr>
        <p:spPr>
          <a:xfrm>
            <a:off x="866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0" name="dash93"/>
          <p:cNvSpPr/>
          <p:nvPr/>
        </p:nvSpPr>
        <p:spPr>
          <a:xfrm>
            <a:off x="876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1" name="dash94"/>
          <p:cNvSpPr/>
          <p:nvPr/>
        </p:nvSpPr>
        <p:spPr>
          <a:xfrm>
            <a:off x="885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2" name="dash95"/>
          <p:cNvSpPr/>
          <p:nvPr/>
        </p:nvSpPr>
        <p:spPr>
          <a:xfrm>
            <a:off x="895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3" name="dash96"/>
          <p:cNvSpPr/>
          <p:nvPr/>
        </p:nvSpPr>
        <p:spPr>
          <a:xfrm>
            <a:off x="904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4" name="dash97"/>
          <p:cNvSpPr/>
          <p:nvPr/>
        </p:nvSpPr>
        <p:spPr>
          <a:xfrm>
            <a:off x="914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5" name="dash98"/>
          <p:cNvSpPr/>
          <p:nvPr/>
        </p:nvSpPr>
        <p:spPr>
          <a:xfrm>
            <a:off x="923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6" name="dash99"/>
          <p:cNvSpPr/>
          <p:nvPr/>
        </p:nvSpPr>
        <p:spPr>
          <a:xfrm>
            <a:off x="933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7" name="dash100"/>
          <p:cNvSpPr/>
          <p:nvPr/>
        </p:nvSpPr>
        <p:spPr>
          <a:xfrm>
            <a:off x="942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8" name="dash101"/>
          <p:cNvSpPr/>
          <p:nvPr/>
        </p:nvSpPr>
        <p:spPr>
          <a:xfrm>
            <a:off x="952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9" name="dash102"/>
          <p:cNvSpPr/>
          <p:nvPr/>
        </p:nvSpPr>
        <p:spPr>
          <a:xfrm>
            <a:off x="962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0" name="dash103"/>
          <p:cNvSpPr/>
          <p:nvPr/>
        </p:nvSpPr>
        <p:spPr>
          <a:xfrm>
            <a:off x="971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1" name="dash104"/>
          <p:cNvSpPr/>
          <p:nvPr/>
        </p:nvSpPr>
        <p:spPr>
          <a:xfrm>
            <a:off x="981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2" name="dash105"/>
          <p:cNvSpPr/>
          <p:nvPr/>
        </p:nvSpPr>
        <p:spPr>
          <a:xfrm>
            <a:off x="990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3" name="dash106"/>
          <p:cNvSpPr/>
          <p:nvPr/>
        </p:nvSpPr>
        <p:spPr>
          <a:xfrm>
            <a:off x="1000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4" name="dash107"/>
          <p:cNvSpPr/>
          <p:nvPr/>
        </p:nvSpPr>
        <p:spPr>
          <a:xfrm>
            <a:off x="1009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5" name="dash108"/>
          <p:cNvSpPr/>
          <p:nvPr/>
        </p:nvSpPr>
        <p:spPr>
          <a:xfrm>
            <a:off x="1019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6" name="dash109"/>
          <p:cNvSpPr/>
          <p:nvPr/>
        </p:nvSpPr>
        <p:spPr>
          <a:xfrm>
            <a:off x="1028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7" name="dash110"/>
          <p:cNvSpPr/>
          <p:nvPr/>
        </p:nvSpPr>
        <p:spPr>
          <a:xfrm>
            <a:off x="1038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8" name="dash111"/>
          <p:cNvSpPr/>
          <p:nvPr/>
        </p:nvSpPr>
        <p:spPr>
          <a:xfrm>
            <a:off x="1047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9" name="dash112"/>
          <p:cNvSpPr/>
          <p:nvPr/>
        </p:nvSpPr>
        <p:spPr>
          <a:xfrm>
            <a:off x="1057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0" name="dash113"/>
          <p:cNvSpPr/>
          <p:nvPr/>
        </p:nvSpPr>
        <p:spPr>
          <a:xfrm>
            <a:off x="1066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1" name="dash114"/>
          <p:cNvSpPr/>
          <p:nvPr/>
        </p:nvSpPr>
        <p:spPr>
          <a:xfrm>
            <a:off x="1076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2" name="dash115"/>
          <p:cNvSpPr/>
          <p:nvPr/>
        </p:nvSpPr>
        <p:spPr>
          <a:xfrm>
            <a:off x="1085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3" name="dash116"/>
          <p:cNvSpPr/>
          <p:nvPr/>
        </p:nvSpPr>
        <p:spPr>
          <a:xfrm>
            <a:off x="1095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4" name="dash117"/>
          <p:cNvSpPr/>
          <p:nvPr/>
        </p:nvSpPr>
        <p:spPr>
          <a:xfrm>
            <a:off x="1104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5" name="dash118"/>
          <p:cNvSpPr/>
          <p:nvPr/>
        </p:nvSpPr>
        <p:spPr>
          <a:xfrm>
            <a:off x="1114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6" name="dash119"/>
          <p:cNvSpPr/>
          <p:nvPr/>
        </p:nvSpPr>
        <p:spPr>
          <a:xfrm>
            <a:off x="1123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7" name="dash120"/>
          <p:cNvSpPr/>
          <p:nvPr/>
        </p:nvSpPr>
        <p:spPr>
          <a:xfrm>
            <a:off x="1133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8" name="dash121"/>
          <p:cNvSpPr/>
          <p:nvPr/>
        </p:nvSpPr>
        <p:spPr>
          <a:xfrm>
            <a:off x="1143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9" name="dash122"/>
          <p:cNvSpPr/>
          <p:nvPr/>
        </p:nvSpPr>
        <p:spPr>
          <a:xfrm>
            <a:off x="1152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0" name="dash123"/>
          <p:cNvSpPr/>
          <p:nvPr/>
        </p:nvSpPr>
        <p:spPr>
          <a:xfrm>
            <a:off x="1162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1" name="dash124"/>
          <p:cNvSpPr/>
          <p:nvPr/>
        </p:nvSpPr>
        <p:spPr>
          <a:xfrm>
            <a:off x="1171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2" name="dash125"/>
          <p:cNvSpPr/>
          <p:nvPr/>
        </p:nvSpPr>
        <p:spPr>
          <a:xfrm>
            <a:off x="1181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3" name="dash126"/>
          <p:cNvSpPr/>
          <p:nvPr/>
        </p:nvSpPr>
        <p:spPr>
          <a:xfrm>
            <a:off x="1190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4" name="dash127"/>
          <p:cNvSpPr/>
          <p:nvPr/>
        </p:nvSpPr>
        <p:spPr>
          <a:xfrm>
            <a:off x="1200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5" name="dash128"/>
          <p:cNvSpPr/>
          <p:nvPr/>
        </p:nvSpPr>
        <p:spPr>
          <a:xfrm>
            <a:off x="1209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136" name="cloud1" descr="assets/c7/clou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6707029"/>
            <a:ext cx="76200" cy="38100"/>
          </a:xfrm>
          <a:prstGeom prst="rect">
            <a:avLst/>
          </a:prstGeom>
        </p:spPr>
      </p:pic>
      <p:pic>
        <p:nvPicPr>
          <p:cNvPr id="137" name="cloud2" descr="assets/c7/clou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6729889"/>
            <a:ext cx="57150" cy="28575"/>
          </a:xfrm>
          <a:prstGeom prst="rect">
            <a:avLst/>
          </a:prstGeom>
        </p:spPr>
      </p:pic>
      <p:pic>
        <p:nvPicPr>
          <p:cNvPr id="138" name="scoretag" descr="assets/text/cscore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5" y="6655689"/>
            <a:ext cx="1315430" cy="173736"/>
          </a:xfrm>
          <a:prstGeom prst="rect">
            <a:avLst/>
          </a:prstGeom>
        </p:spPr>
      </p:pic>
      <p:pic>
        <p:nvPicPr>
          <p:cNvPr id="139" name="cactus" descr="assets/c7/cact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43200" y="6810375"/>
            <a:ext cx="28575" cy="38100"/>
          </a:xfrm>
          <a:prstGeom prst="rect">
            <a:avLst/>
          </a:prstGeom>
        </p:spPr>
      </p:pic>
      <p:pic>
        <p:nvPicPr>
          <p:cNvPr id="140" name="rock" descr="assets/c7/r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43200" y="6829425"/>
            <a:ext cx="38100" cy="19050"/>
          </a:xfrm>
          <a:prstGeom prst="rect">
            <a:avLst/>
          </a:prstGeom>
        </p:spPr>
      </p:pic>
      <p:pic>
        <p:nvPicPr>
          <p:cNvPr id="141" name="chest" descr="assets/c7/ch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791325"/>
            <a:ext cx="76200" cy="57150"/>
          </a:xfrm>
          <a:prstGeom prst="rect">
            <a:avLst/>
          </a:prstGeom>
        </p:spPr>
      </p:pic>
      <p:pic>
        <p:nvPicPr>
          <p:cNvPr id="142" name="heartF1" descr="assets/c7/heart_ful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9265" y="6772275"/>
            <a:ext cx="57150" cy="57150"/>
          </a:xfrm>
          <a:prstGeom prst="rect">
            <a:avLst/>
          </a:prstGeom>
        </p:spPr>
      </p:pic>
      <p:pic>
        <p:nvPicPr>
          <p:cNvPr id="143" name="heartF2" descr="assets/c7/heart_fu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75465" y="6772275"/>
            <a:ext cx="57150" cy="57150"/>
          </a:xfrm>
          <a:prstGeom prst="rect">
            <a:avLst/>
          </a:prstGeom>
        </p:spPr>
      </p:pic>
      <p:pic>
        <p:nvPicPr>
          <p:cNvPr id="144" name="heartF3" descr="assets/c7/heart_ful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51665" y="6772275"/>
            <a:ext cx="57150" cy="57150"/>
          </a:xfrm>
          <a:prstGeom prst="rect">
            <a:avLst/>
          </a:prstGeom>
        </p:spPr>
      </p:pic>
      <p:pic>
        <p:nvPicPr>
          <p:cNvPr id="145" name="heartE1" descr="assets/c7/heart_empt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6" name="heartE2" descr="assets/c7/heart_empt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7" name="heartE3" descr="assets/c7/heart_empt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8" name="man_runA" descr="assets/c7/man_run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4695" y="6781800"/>
            <a:ext cx="57150" cy="66675"/>
          </a:xfrm>
          <a:prstGeom prst="rect">
            <a:avLst/>
          </a:prstGeom>
        </p:spPr>
      </p:pic>
      <p:pic>
        <p:nvPicPr>
          <p:cNvPr id="149" name="man_runB" descr="assets/c7/man_run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6781800"/>
            <a:ext cx="57150" cy="66675"/>
          </a:xfrm>
          <a:prstGeom prst="rect">
            <a:avLst/>
          </a:prstGeom>
        </p:spPr>
      </p:pic>
      <p:pic>
        <p:nvPicPr>
          <p:cNvPr id="150" name="man_jump" descr="assets/c7/man_jum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6781800"/>
            <a:ext cx="57150" cy="66675"/>
          </a:xfrm>
          <a:prstGeom prst="rect">
            <a:avLst/>
          </a:prstGeom>
        </p:spPr>
      </p:pic>
      <p:pic>
        <p:nvPicPr>
          <p:cNvPr id="151" name="man_idle" descr="assets/c7/man_idl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743200" y="6781800"/>
            <a:ext cx="57150" cy="66675"/>
          </a:xfrm>
          <a:prstGeom prst="rect">
            <a:avLst/>
          </a:prstGeom>
        </p:spPr>
      </p:pic>
      <p:sp>
        <p:nvSpPr>
          <p:cNvPr id="152" name="timerbar"/>
          <p:cNvSpPr/>
          <p:nvPr/>
        </p:nvSpPr>
        <p:spPr>
          <a:xfrm>
            <a:off x="10728655" y="6715125"/>
            <a:ext cx="1280160" cy="381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3" name="timetext"/>
          <p:cNvSpPr/>
          <p:nvPr/>
        </p:nvSpPr>
        <p:spPr>
          <a:xfrm>
            <a:off x="9942271" y="663359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800" dirty="0"/>
          </a:p>
        </p:txBody>
      </p:sp>
      <p:sp>
        <p:nvSpPr>
          <p:cNvPr id="154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</a:t>
            </a:r>
            <a:endParaRPr lang="en-US" sz="800" dirty="0"/>
          </a:p>
        </p:txBody>
      </p:sp>
      <p:sp>
        <p:nvSpPr>
          <p:cNvPr id="155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Image 0" descr="assets/text/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454434" cy="201168"/>
          </a:xfrm>
          <a:prstGeom prst="rect">
            <a:avLst/>
          </a:prstGeom>
        </p:spPr>
      </p:pic>
      <p:pic>
        <p:nvPicPr>
          <p:cNvPr id="6" name="Image 1" descr="assets/text/ct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3600123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cells · runner 0.07in · finale — brew at the vending machine, hearts refill, chests on the road</a:t>
            </a:r>
            <a:endParaRPr lang="en-US" sz="1050" dirty="0"/>
          </a:p>
        </p:txBody>
      </p:sp>
      <p:sp>
        <p:nvSpPr>
          <p:cNvPr id="8" name="dash1"/>
          <p:cNvSpPr/>
          <p:nvPr/>
        </p:nvSpPr>
        <p:spPr>
          <a:xfrm>
            <a:off x="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dash2"/>
          <p:cNvSpPr/>
          <p:nvPr/>
        </p:nvSpPr>
        <p:spPr>
          <a:xfrm>
            <a:off x="9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dash3"/>
          <p:cNvSpPr/>
          <p:nvPr/>
        </p:nvSpPr>
        <p:spPr>
          <a:xfrm>
            <a:off x="19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" name="dash4"/>
          <p:cNvSpPr/>
          <p:nvPr/>
        </p:nvSpPr>
        <p:spPr>
          <a:xfrm>
            <a:off x="28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dash5"/>
          <p:cNvSpPr/>
          <p:nvPr/>
        </p:nvSpPr>
        <p:spPr>
          <a:xfrm>
            <a:off x="38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" name="dash6"/>
          <p:cNvSpPr/>
          <p:nvPr/>
        </p:nvSpPr>
        <p:spPr>
          <a:xfrm>
            <a:off x="47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dash7"/>
          <p:cNvSpPr/>
          <p:nvPr/>
        </p:nvSpPr>
        <p:spPr>
          <a:xfrm>
            <a:off x="57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5" name="dash8"/>
          <p:cNvSpPr/>
          <p:nvPr/>
        </p:nvSpPr>
        <p:spPr>
          <a:xfrm>
            <a:off x="66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dash9"/>
          <p:cNvSpPr/>
          <p:nvPr/>
        </p:nvSpPr>
        <p:spPr>
          <a:xfrm>
            <a:off x="76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dash10"/>
          <p:cNvSpPr/>
          <p:nvPr/>
        </p:nvSpPr>
        <p:spPr>
          <a:xfrm>
            <a:off x="85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dash11"/>
          <p:cNvSpPr/>
          <p:nvPr/>
        </p:nvSpPr>
        <p:spPr>
          <a:xfrm>
            <a:off x="95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dash12"/>
          <p:cNvSpPr/>
          <p:nvPr/>
        </p:nvSpPr>
        <p:spPr>
          <a:xfrm>
            <a:off x="104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dash13"/>
          <p:cNvSpPr/>
          <p:nvPr/>
        </p:nvSpPr>
        <p:spPr>
          <a:xfrm>
            <a:off x="114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dash14"/>
          <p:cNvSpPr/>
          <p:nvPr/>
        </p:nvSpPr>
        <p:spPr>
          <a:xfrm>
            <a:off x="123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dash15"/>
          <p:cNvSpPr/>
          <p:nvPr/>
        </p:nvSpPr>
        <p:spPr>
          <a:xfrm>
            <a:off x="133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dash16"/>
          <p:cNvSpPr/>
          <p:nvPr/>
        </p:nvSpPr>
        <p:spPr>
          <a:xfrm>
            <a:off x="142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dash17"/>
          <p:cNvSpPr/>
          <p:nvPr/>
        </p:nvSpPr>
        <p:spPr>
          <a:xfrm>
            <a:off x="152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5" name="dash18"/>
          <p:cNvSpPr/>
          <p:nvPr/>
        </p:nvSpPr>
        <p:spPr>
          <a:xfrm>
            <a:off x="161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6" name="dash19"/>
          <p:cNvSpPr/>
          <p:nvPr/>
        </p:nvSpPr>
        <p:spPr>
          <a:xfrm>
            <a:off x="171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dash20"/>
          <p:cNvSpPr/>
          <p:nvPr/>
        </p:nvSpPr>
        <p:spPr>
          <a:xfrm>
            <a:off x="180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dash21"/>
          <p:cNvSpPr/>
          <p:nvPr/>
        </p:nvSpPr>
        <p:spPr>
          <a:xfrm>
            <a:off x="190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9" name="dash22"/>
          <p:cNvSpPr/>
          <p:nvPr/>
        </p:nvSpPr>
        <p:spPr>
          <a:xfrm>
            <a:off x="200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dash23"/>
          <p:cNvSpPr/>
          <p:nvPr/>
        </p:nvSpPr>
        <p:spPr>
          <a:xfrm>
            <a:off x="209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dash24"/>
          <p:cNvSpPr/>
          <p:nvPr/>
        </p:nvSpPr>
        <p:spPr>
          <a:xfrm>
            <a:off x="219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dash25"/>
          <p:cNvSpPr/>
          <p:nvPr/>
        </p:nvSpPr>
        <p:spPr>
          <a:xfrm>
            <a:off x="228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dash26"/>
          <p:cNvSpPr/>
          <p:nvPr/>
        </p:nvSpPr>
        <p:spPr>
          <a:xfrm>
            <a:off x="238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dash27"/>
          <p:cNvSpPr/>
          <p:nvPr/>
        </p:nvSpPr>
        <p:spPr>
          <a:xfrm>
            <a:off x="247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dash28"/>
          <p:cNvSpPr/>
          <p:nvPr/>
        </p:nvSpPr>
        <p:spPr>
          <a:xfrm>
            <a:off x="257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dash29"/>
          <p:cNvSpPr/>
          <p:nvPr/>
        </p:nvSpPr>
        <p:spPr>
          <a:xfrm>
            <a:off x="266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dash30"/>
          <p:cNvSpPr/>
          <p:nvPr/>
        </p:nvSpPr>
        <p:spPr>
          <a:xfrm>
            <a:off x="276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dash31"/>
          <p:cNvSpPr/>
          <p:nvPr/>
        </p:nvSpPr>
        <p:spPr>
          <a:xfrm>
            <a:off x="285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dash32"/>
          <p:cNvSpPr/>
          <p:nvPr/>
        </p:nvSpPr>
        <p:spPr>
          <a:xfrm>
            <a:off x="295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dash33"/>
          <p:cNvSpPr/>
          <p:nvPr/>
        </p:nvSpPr>
        <p:spPr>
          <a:xfrm>
            <a:off x="304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dash34"/>
          <p:cNvSpPr/>
          <p:nvPr/>
        </p:nvSpPr>
        <p:spPr>
          <a:xfrm>
            <a:off x="314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dash35"/>
          <p:cNvSpPr/>
          <p:nvPr/>
        </p:nvSpPr>
        <p:spPr>
          <a:xfrm>
            <a:off x="323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dash36"/>
          <p:cNvSpPr/>
          <p:nvPr/>
        </p:nvSpPr>
        <p:spPr>
          <a:xfrm>
            <a:off x="333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dash37"/>
          <p:cNvSpPr/>
          <p:nvPr/>
        </p:nvSpPr>
        <p:spPr>
          <a:xfrm>
            <a:off x="342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dash38"/>
          <p:cNvSpPr/>
          <p:nvPr/>
        </p:nvSpPr>
        <p:spPr>
          <a:xfrm>
            <a:off x="352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dash39"/>
          <p:cNvSpPr/>
          <p:nvPr/>
        </p:nvSpPr>
        <p:spPr>
          <a:xfrm>
            <a:off x="361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7" name="dash40"/>
          <p:cNvSpPr/>
          <p:nvPr/>
        </p:nvSpPr>
        <p:spPr>
          <a:xfrm>
            <a:off x="371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dash41"/>
          <p:cNvSpPr/>
          <p:nvPr/>
        </p:nvSpPr>
        <p:spPr>
          <a:xfrm>
            <a:off x="381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dash42"/>
          <p:cNvSpPr/>
          <p:nvPr/>
        </p:nvSpPr>
        <p:spPr>
          <a:xfrm>
            <a:off x="390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dash43"/>
          <p:cNvSpPr/>
          <p:nvPr/>
        </p:nvSpPr>
        <p:spPr>
          <a:xfrm>
            <a:off x="400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1" name="dash44"/>
          <p:cNvSpPr/>
          <p:nvPr/>
        </p:nvSpPr>
        <p:spPr>
          <a:xfrm>
            <a:off x="409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dash45"/>
          <p:cNvSpPr/>
          <p:nvPr/>
        </p:nvSpPr>
        <p:spPr>
          <a:xfrm>
            <a:off x="419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dash46"/>
          <p:cNvSpPr/>
          <p:nvPr/>
        </p:nvSpPr>
        <p:spPr>
          <a:xfrm>
            <a:off x="428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dash47"/>
          <p:cNvSpPr/>
          <p:nvPr/>
        </p:nvSpPr>
        <p:spPr>
          <a:xfrm>
            <a:off x="438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dash48"/>
          <p:cNvSpPr/>
          <p:nvPr/>
        </p:nvSpPr>
        <p:spPr>
          <a:xfrm>
            <a:off x="447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dash49"/>
          <p:cNvSpPr/>
          <p:nvPr/>
        </p:nvSpPr>
        <p:spPr>
          <a:xfrm>
            <a:off x="457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7" name="dash50"/>
          <p:cNvSpPr/>
          <p:nvPr/>
        </p:nvSpPr>
        <p:spPr>
          <a:xfrm>
            <a:off x="466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dash51"/>
          <p:cNvSpPr/>
          <p:nvPr/>
        </p:nvSpPr>
        <p:spPr>
          <a:xfrm>
            <a:off x="476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dash52"/>
          <p:cNvSpPr/>
          <p:nvPr/>
        </p:nvSpPr>
        <p:spPr>
          <a:xfrm>
            <a:off x="485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dash53"/>
          <p:cNvSpPr/>
          <p:nvPr/>
        </p:nvSpPr>
        <p:spPr>
          <a:xfrm>
            <a:off x="495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dash54"/>
          <p:cNvSpPr/>
          <p:nvPr/>
        </p:nvSpPr>
        <p:spPr>
          <a:xfrm>
            <a:off x="504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dash55"/>
          <p:cNvSpPr/>
          <p:nvPr/>
        </p:nvSpPr>
        <p:spPr>
          <a:xfrm>
            <a:off x="514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dash56"/>
          <p:cNvSpPr/>
          <p:nvPr/>
        </p:nvSpPr>
        <p:spPr>
          <a:xfrm>
            <a:off x="523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dash57"/>
          <p:cNvSpPr/>
          <p:nvPr/>
        </p:nvSpPr>
        <p:spPr>
          <a:xfrm>
            <a:off x="533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5" name="dash58"/>
          <p:cNvSpPr/>
          <p:nvPr/>
        </p:nvSpPr>
        <p:spPr>
          <a:xfrm>
            <a:off x="542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dash59"/>
          <p:cNvSpPr/>
          <p:nvPr/>
        </p:nvSpPr>
        <p:spPr>
          <a:xfrm>
            <a:off x="552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dash60"/>
          <p:cNvSpPr/>
          <p:nvPr/>
        </p:nvSpPr>
        <p:spPr>
          <a:xfrm>
            <a:off x="561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dash61"/>
          <p:cNvSpPr/>
          <p:nvPr/>
        </p:nvSpPr>
        <p:spPr>
          <a:xfrm>
            <a:off x="571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dash62"/>
          <p:cNvSpPr/>
          <p:nvPr/>
        </p:nvSpPr>
        <p:spPr>
          <a:xfrm>
            <a:off x="581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dash63"/>
          <p:cNvSpPr/>
          <p:nvPr/>
        </p:nvSpPr>
        <p:spPr>
          <a:xfrm>
            <a:off x="590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dash64"/>
          <p:cNvSpPr/>
          <p:nvPr/>
        </p:nvSpPr>
        <p:spPr>
          <a:xfrm>
            <a:off x="600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dash65"/>
          <p:cNvSpPr/>
          <p:nvPr/>
        </p:nvSpPr>
        <p:spPr>
          <a:xfrm>
            <a:off x="609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dash66"/>
          <p:cNvSpPr/>
          <p:nvPr/>
        </p:nvSpPr>
        <p:spPr>
          <a:xfrm>
            <a:off x="619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dash67"/>
          <p:cNvSpPr/>
          <p:nvPr/>
        </p:nvSpPr>
        <p:spPr>
          <a:xfrm>
            <a:off x="628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dash68"/>
          <p:cNvSpPr/>
          <p:nvPr/>
        </p:nvSpPr>
        <p:spPr>
          <a:xfrm>
            <a:off x="638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dash69"/>
          <p:cNvSpPr/>
          <p:nvPr/>
        </p:nvSpPr>
        <p:spPr>
          <a:xfrm>
            <a:off x="647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dash70"/>
          <p:cNvSpPr/>
          <p:nvPr/>
        </p:nvSpPr>
        <p:spPr>
          <a:xfrm>
            <a:off x="657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dash71"/>
          <p:cNvSpPr/>
          <p:nvPr/>
        </p:nvSpPr>
        <p:spPr>
          <a:xfrm>
            <a:off x="666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9" name="dash72"/>
          <p:cNvSpPr/>
          <p:nvPr/>
        </p:nvSpPr>
        <p:spPr>
          <a:xfrm>
            <a:off x="676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dash73"/>
          <p:cNvSpPr/>
          <p:nvPr/>
        </p:nvSpPr>
        <p:spPr>
          <a:xfrm>
            <a:off x="685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dash74"/>
          <p:cNvSpPr/>
          <p:nvPr/>
        </p:nvSpPr>
        <p:spPr>
          <a:xfrm>
            <a:off x="695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dash75"/>
          <p:cNvSpPr/>
          <p:nvPr/>
        </p:nvSpPr>
        <p:spPr>
          <a:xfrm>
            <a:off x="704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dash76"/>
          <p:cNvSpPr/>
          <p:nvPr/>
        </p:nvSpPr>
        <p:spPr>
          <a:xfrm>
            <a:off x="714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dash77"/>
          <p:cNvSpPr/>
          <p:nvPr/>
        </p:nvSpPr>
        <p:spPr>
          <a:xfrm>
            <a:off x="723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5" name="dash78"/>
          <p:cNvSpPr/>
          <p:nvPr/>
        </p:nvSpPr>
        <p:spPr>
          <a:xfrm>
            <a:off x="733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6" name="dash79"/>
          <p:cNvSpPr/>
          <p:nvPr/>
        </p:nvSpPr>
        <p:spPr>
          <a:xfrm>
            <a:off x="742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7" name="dash80"/>
          <p:cNvSpPr/>
          <p:nvPr/>
        </p:nvSpPr>
        <p:spPr>
          <a:xfrm>
            <a:off x="752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8" name="dash81"/>
          <p:cNvSpPr/>
          <p:nvPr/>
        </p:nvSpPr>
        <p:spPr>
          <a:xfrm>
            <a:off x="762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9" name="dash82"/>
          <p:cNvSpPr/>
          <p:nvPr/>
        </p:nvSpPr>
        <p:spPr>
          <a:xfrm>
            <a:off x="771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dash83"/>
          <p:cNvSpPr/>
          <p:nvPr/>
        </p:nvSpPr>
        <p:spPr>
          <a:xfrm>
            <a:off x="781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dash84"/>
          <p:cNvSpPr/>
          <p:nvPr/>
        </p:nvSpPr>
        <p:spPr>
          <a:xfrm>
            <a:off x="790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2" name="dash85"/>
          <p:cNvSpPr/>
          <p:nvPr/>
        </p:nvSpPr>
        <p:spPr>
          <a:xfrm>
            <a:off x="800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3" name="dash86"/>
          <p:cNvSpPr/>
          <p:nvPr/>
        </p:nvSpPr>
        <p:spPr>
          <a:xfrm>
            <a:off x="809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4" name="dash87"/>
          <p:cNvSpPr/>
          <p:nvPr/>
        </p:nvSpPr>
        <p:spPr>
          <a:xfrm>
            <a:off x="819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5" name="dash88"/>
          <p:cNvSpPr/>
          <p:nvPr/>
        </p:nvSpPr>
        <p:spPr>
          <a:xfrm>
            <a:off x="828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6" name="dash89"/>
          <p:cNvSpPr/>
          <p:nvPr/>
        </p:nvSpPr>
        <p:spPr>
          <a:xfrm>
            <a:off x="8382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7" name="dash90"/>
          <p:cNvSpPr/>
          <p:nvPr/>
        </p:nvSpPr>
        <p:spPr>
          <a:xfrm>
            <a:off x="8477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8" name="dash91"/>
          <p:cNvSpPr/>
          <p:nvPr/>
        </p:nvSpPr>
        <p:spPr>
          <a:xfrm>
            <a:off x="8572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9" name="dash92"/>
          <p:cNvSpPr/>
          <p:nvPr/>
        </p:nvSpPr>
        <p:spPr>
          <a:xfrm>
            <a:off x="8667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0" name="dash93"/>
          <p:cNvSpPr/>
          <p:nvPr/>
        </p:nvSpPr>
        <p:spPr>
          <a:xfrm>
            <a:off x="8763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1" name="dash94"/>
          <p:cNvSpPr/>
          <p:nvPr/>
        </p:nvSpPr>
        <p:spPr>
          <a:xfrm>
            <a:off x="8858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2" name="dash95"/>
          <p:cNvSpPr/>
          <p:nvPr/>
        </p:nvSpPr>
        <p:spPr>
          <a:xfrm>
            <a:off x="8953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3" name="dash96"/>
          <p:cNvSpPr/>
          <p:nvPr/>
        </p:nvSpPr>
        <p:spPr>
          <a:xfrm>
            <a:off x="9048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4" name="dash97"/>
          <p:cNvSpPr/>
          <p:nvPr/>
        </p:nvSpPr>
        <p:spPr>
          <a:xfrm>
            <a:off x="9144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5" name="dash98"/>
          <p:cNvSpPr/>
          <p:nvPr/>
        </p:nvSpPr>
        <p:spPr>
          <a:xfrm>
            <a:off x="9239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6" name="dash99"/>
          <p:cNvSpPr/>
          <p:nvPr/>
        </p:nvSpPr>
        <p:spPr>
          <a:xfrm>
            <a:off x="9334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7" name="dash100"/>
          <p:cNvSpPr/>
          <p:nvPr/>
        </p:nvSpPr>
        <p:spPr>
          <a:xfrm>
            <a:off x="9429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8" name="dash101"/>
          <p:cNvSpPr/>
          <p:nvPr/>
        </p:nvSpPr>
        <p:spPr>
          <a:xfrm>
            <a:off x="9525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9" name="dash102"/>
          <p:cNvSpPr/>
          <p:nvPr/>
        </p:nvSpPr>
        <p:spPr>
          <a:xfrm>
            <a:off x="9620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0" name="dash103"/>
          <p:cNvSpPr/>
          <p:nvPr/>
        </p:nvSpPr>
        <p:spPr>
          <a:xfrm>
            <a:off x="9715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1" name="dash104"/>
          <p:cNvSpPr/>
          <p:nvPr/>
        </p:nvSpPr>
        <p:spPr>
          <a:xfrm>
            <a:off x="9810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2" name="dash105"/>
          <p:cNvSpPr/>
          <p:nvPr/>
        </p:nvSpPr>
        <p:spPr>
          <a:xfrm>
            <a:off x="9906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3" name="dash106"/>
          <p:cNvSpPr/>
          <p:nvPr/>
        </p:nvSpPr>
        <p:spPr>
          <a:xfrm>
            <a:off x="10001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4" name="dash107"/>
          <p:cNvSpPr/>
          <p:nvPr/>
        </p:nvSpPr>
        <p:spPr>
          <a:xfrm>
            <a:off x="10096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5" name="dash108"/>
          <p:cNvSpPr/>
          <p:nvPr/>
        </p:nvSpPr>
        <p:spPr>
          <a:xfrm>
            <a:off x="10191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6" name="dash109"/>
          <p:cNvSpPr/>
          <p:nvPr/>
        </p:nvSpPr>
        <p:spPr>
          <a:xfrm>
            <a:off x="10287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7" name="dash110"/>
          <p:cNvSpPr/>
          <p:nvPr/>
        </p:nvSpPr>
        <p:spPr>
          <a:xfrm>
            <a:off x="10382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8" name="dash111"/>
          <p:cNvSpPr/>
          <p:nvPr/>
        </p:nvSpPr>
        <p:spPr>
          <a:xfrm>
            <a:off x="10477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19" name="dash112"/>
          <p:cNvSpPr/>
          <p:nvPr/>
        </p:nvSpPr>
        <p:spPr>
          <a:xfrm>
            <a:off x="10572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0" name="dash113"/>
          <p:cNvSpPr/>
          <p:nvPr/>
        </p:nvSpPr>
        <p:spPr>
          <a:xfrm>
            <a:off x="10668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1" name="dash114"/>
          <p:cNvSpPr/>
          <p:nvPr/>
        </p:nvSpPr>
        <p:spPr>
          <a:xfrm>
            <a:off x="10763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2" name="dash115"/>
          <p:cNvSpPr/>
          <p:nvPr/>
        </p:nvSpPr>
        <p:spPr>
          <a:xfrm>
            <a:off x="10858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3" name="dash116"/>
          <p:cNvSpPr/>
          <p:nvPr/>
        </p:nvSpPr>
        <p:spPr>
          <a:xfrm>
            <a:off x="10953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4" name="dash117"/>
          <p:cNvSpPr/>
          <p:nvPr/>
        </p:nvSpPr>
        <p:spPr>
          <a:xfrm>
            <a:off x="11049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5" name="dash118"/>
          <p:cNvSpPr/>
          <p:nvPr/>
        </p:nvSpPr>
        <p:spPr>
          <a:xfrm>
            <a:off x="11144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6" name="dash119"/>
          <p:cNvSpPr/>
          <p:nvPr/>
        </p:nvSpPr>
        <p:spPr>
          <a:xfrm>
            <a:off x="11239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7" name="dash120"/>
          <p:cNvSpPr/>
          <p:nvPr/>
        </p:nvSpPr>
        <p:spPr>
          <a:xfrm>
            <a:off x="11334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8" name="dash121"/>
          <p:cNvSpPr/>
          <p:nvPr/>
        </p:nvSpPr>
        <p:spPr>
          <a:xfrm>
            <a:off x="11430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9" name="dash122"/>
          <p:cNvSpPr/>
          <p:nvPr/>
        </p:nvSpPr>
        <p:spPr>
          <a:xfrm>
            <a:off x="11525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0" name="dash123"/>
          <p:cNvSpPr/>
          <p:nvPr/>
        </p:nvSpPr>
        <p:spPr>
          <a:xfrm>
            <a:off x="11620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1" name="dash124"/>
          <p:cNvSpPr/>
          <p:nvPr/>
        </p:nvSpPr>
        <p:spPr>
          <a:xfrm>
            <a:off x="11715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2" name="dash125"/>
          <p:cNvSpPr/>
          <p:nvPr/>
        </p:nvSpPr>
        <p:spPr>
          <a:xfrm>
            <a:off x="118110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3" name="dash126"/>
          <p:cNvSpPr/>
          <p:nvPr/>
        </p:nvSpPr>
        <p:spPr>
          <a:xfrm>
            <a:off x="119062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4" name="dash127"/>
          <p:cNvSpPr/>
          <p:nvPr/>
        </p:nvSpPr>
        <p:spPr>
          <a:xfrm>
            <a:off x="1200150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35" name="dash128"/>
          <p:cNvSpPr/>
          <p:nvPr/>
        </p:nvSpPr>
        <p:spPr>
          <a:xfrm>
            <a:off x="12096750" y="6848475"/>
            <a:ext cx="57150" cy="952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136" name="cloud1" descr="assets/c7/clou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6707029"/>
            <a:ext cx="76200" cy="38100"/>
          </a:xfrm>
          <a:prstGeom prst="rect">
            <a:avLst/>
          </a:prstGeom>
        </p:spPr>
      </p:pic>
      <p:pic>
        <p:nvPicPr>
          <p:cNvPr id="137" name="cloud2" descr="assets/c7/clou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6729889"/>
            <a:ext cx="57150" cy="28575"/>
          </a:xfrm>
          <a:prstGeom prst="rect">
            <a:avLst/>
          </a:prstGeom>
        </p:spPr>
      </p:pic>
      <p:pic>
        <p:nvPicPr>
          <p:cNvPr id="138" name="scoretag" descr="assets/text/cscore_0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5" y="6655689"/>
            <a:ext cx="1315430" cy="173736"/>
          </a:xfrm>
          <a:prstGeom prst="rect">
            <a:avLst/>
          </a:prstGeom>
        </p:spPr>
      </p:pic>
      <p:pic>
        <p:nvPicPr>
          <p:cNvPr id="139" name="cactus" descr="assets/c7/cact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43200" y="6810375"/>
            <a:ext cx="28575" cy="38100"/>
          </a:xfrm>
          <a:prstGeom prst="rect">
            <a:avLst/>
          </a:prstGeom>
        </p:spPr>
      </p:pic>
      <p:pic>
        <p:nvPicPr>
          <p:cNvPr id="140" name="rock" descr="assets/c7/r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43200" y="6829425"/>
            <a:ext cx="38100" cy="19050"/>
          </a:xfrm>
          <a:prstGeom prst="rect">
            <a:avLst/>
          </a:prstGeom>
        </p:spPr>
      </p:pic>
      <p:pic>
        <p:nvPicPr>
          <p:cNvPr id="141" name="chest" descr="assets/c7/che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791325"/>
            <a:ext cx="76200" cy="57150"/>
          </a:xfrm>
          <a:prstGeom prst="rect">
            <a:avLst/>
          </a:prstGeom>
        </p:spPr>
      </p:pic>
      <p:pic>
        <p:nvPicPr>
          <p:cNvPr id="142" name="heartF1" descr="assets/c7/heart_ful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9265" y="6772275"/>
            <a:ext cx="57150" cy="57150"/>
          </a:xfrm>
          <a:prstGeom prst="rect">
            <a:avLst/>
          </a:prstGeom>
        </p:spPr>
      </p:pic>
      <p:pic>
        <p:nvPicPr>
          <p:cNvPr id="143" name="heartF2" descr="assets/c7/heart_fu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75465" y="6772275"/>
            <a:ext cx="57150" cy="57150"/>
          </a:xfrm>
          <a:prstGeom prst="rect">
            <a:avLst/>
          </a:prstGeom>
        </p:spPr>
      </p:pic>
      <p:pic>
        <p:nvPicPr>
          <p:cNvPr id="144" name="heartF3" descr="assets/c7/heart_ful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51665" y="6772275"/>
            <a:ext cx="57150" cy="57150"/>
          </a:xfrm>
          <a:prstGeom prst="rect">
            <a:avLst/>
          </a:prstGeom>
        </p:spPr>
      </p:pic>
      <p:pic>
        <p:nvPicPr>
          <p:cNvPr id="145" name="heartE1" descr="assets/c7/heart_empt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6" name="heartE2" descr="assets/c7/heart_empt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7" name="heartE3" descr="assets/c7/heart_empt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6772275"/>
            <a:ext cx="57150" cy="57150"/>
          </a:xfrm>
          <a:prstGeom prst="rect">
            <a:avLst/>
          </a:prstGeom>
        </p:spPr>
      </p:pic>
      <p:pic>
        <p:nvPicPr>
          <p:cNvPr id="148" name="man_runA" descr="assets/c7/man_run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04695" y="6781800"/>
            <a:ext cx="57150" cy="66675"/>
          </a:xfrm>
          <a:prstGeom prst="rect">
            <a:avLst/>
          </a:prstGeom>
        </p:spPr>
      </p:pic>
      <p:pic>
        <p:nvPicPr>
          <p:cNvPr id="149" name="man_runB" descr="assets/c7/man_run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6781800"/>
            <a:ext cx="57150" cy="66675"/>
          </a:xfrm>
          <a:prstGeom prst="rect">
            <a:avLst/>
          </a:prstGeom>
        </p:spPr>
      </p:pic>
      <p:pic>
        <p:nvPicPr>
          <p:cNvPr id="150" name="man_jump" descr="assets/c7/man_jum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6781800"/>
            <a:ext cx="57150" cy="66675"/>
          </a:xfrm>
          <a:prstGeom prst="rect">
            <a:avLst/>
          </a:prstGeom>
        </p:spPr>
      </p:pic>
      <p:pic>
        <p:nvPicPr>
          <p:cNvPr id="151" name="man_idle" descr="assets/c7/man_idl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743200" y="6781800"/>
            <a:ext cx="57150" cy="66675"/>
          </a:xfrm>
          <a:prstGeom prst="rect">
            <a:avLst/>
          </a:prstGeom>
        </p:spPr>
      </p:pic>
      <p:sp>
        <p:nvSpPr>
          <p:cNvPr id="152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53" name="cfgScale"/>
          <p:cNvSpPr/>
          <p:nvPr/>
        </p:nvSpPr>
        <p:spPr>
          <a:xfrm>
            <a:off x="-822960" y="411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00" dirty="0"/>
          </a:p>
        </p:txBody>
      </p:sp>
      <p:pic>
        <p:nvPicPr>
          <p:cNvPr id="154" name="machine" descr="assets/c7/machine_off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7040" y="6419850"/>
            <a:ext cx="228600" cy="428625"/>
          </a:xfrm>
          <a:prstGeom prst="rect">
            <a:avLst/>
          </a:prstGeom>
        </p:spPr>
      </p:pic>
      <p:pic>
        <p:nvPicPr>
          <p:cNvPr id="155" name="machine_on" descr="assets/c7/machine_o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6419850"/>
            <a:ext cx="228600" cy="428625"/>
          </a:xfrm>
          <a:prstGeom prst="rect">
            <a:avLst/>
          </a:prstGeom>
        </p:spPr>
      </p:pic>
      <p:pic>
        <p:nvPicPr>
          <p:cNvPr id="156" name="machine_done" descr="assets/c7/machine_don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6419850"/>
            <a:ext cx="228600" cy="428625"/>
          </a:xfrm>
          <a:prstGeom prst="rect">
            <a:avLst/>
          </a:prstGeom>
        </p:spPr>
      </p:pic>
      <p:pic>
        <p:nvPicPr>
          <p:cNvPr id="157" name="steam" descr="assets/c7/steam1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6381750"/>
            <a:ext cx="38100" cy="38100"/>
          </a:xfrm>
          <a:prstGeom prst="rect">
            <a:avLst/>
          </a:prstGeom>
        </p:spPr>
      </p:pic>
      <p:pic>
        <p:nvPicPr>
          <p:cNvPr id="158" name="steam2" descr="assets/c7/steam2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-2743200" y="6381750"/>
            <a:ext cx="38100" cy="38100"/>
          </a:xfrm>
          <a:prstGeom prst="rect">
            <a:avLst/>
          </a:prstGeom>
        </p:spPr>
      </p:pic>
      <p:pic>
        <p:nvPicPr>
          <p:cNvPr id="159" name="coffeetext" descr="assets/text/cbanne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-2666129" y="6345555"/>
            <a:ext cx="2208929" cy="17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nano-super — coffee quest compact lab</dc:title>
  <dc:subject>PptxGenJS Presentation</dc:subject>
  <dc:creator>aryan-rajoria</dc:creator>
  <cp:lastModifiedBy>aryan-rajoria</cp:lastModifiedBy>
  <cp:revision>1</cp:revision>
  <dcterms:created xsi:type="dcterms:W3CDTF">2026-10-12T01:24:30Z</dcterms:created>
  <dcterms:modified xsi:type="dcterms:W3CDTF">2026-10-12T01:24:30Z</dcterms:modified>
</cp:coreProperties>
</file>